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0"/>
  </p:notesMasterIdLst>
  <p:sldIdLst>
    <p:sldId id="283" r:id="rId2"/>
    <p:sldId id="257" r:id="rId3"/>
    <p:sldId id="282" r:id="rId4"/>
    <p:sldId id="259" r:id="rId5"/>
    <p:sldId id="287" r:id="rId6"/>
    <p:sldId id="288" r:id="rId7"/>
    <p:sldId id="278" r:id="rId8"/>
    <p:sldId id="273" r:id="rId9"/>
    <p:sldId id="262" r:id="rId10"/>
    <p:sldId id="281" r:id="rId11"/>
    <p:sldId id="279" r:id="rId12"/>
    <p:sldId id="284" r:id="rId13"/>
    <p:sldId id="285" r:id="rId14"/>
    <p:sldId id="286" r:id="rId15"/>
    <p:sldId id="280" r:id="rId16"/>
    <p:sldId id="277" r:id="rId17"/>
    <p:sldId id="289" r:id="rId18"/>
    <p:sldId id="276"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6493C2-F961-AE6C-C78A-A3E397BAC3D1}" v="77" dt="2026-01-24T07:12:45.064"/>
    <p1510:client id="{857E11F3-F11C-6843-C73E-27677A40A984}" v="240" dt="2026-01-24T07:27:37.625"/>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p:scale>
          <a:sx n="78" d="100"/>
          <a:sy n="78" d="100"/>
        </p:scale>
        <p:origin x="192" y="-7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ogesh Raje" userId="S::yogesh@edunetfoundation.org::9e0ba697-e1dc-452b-989f-11655901edb1" providerId="AD" clId="Web-{7AA78274-F908-906D-30B8-02717F7468DA}"/>
    <pc:docChg chg="modSld">
      <pc:chgData name="Yogesh Raje" userId="S::yogesh@edunetfoundation.org::9e0ba697-e1dc-452b-989f-11655901edb1" providerId="AD" clId="Web-{7AA78274-F908-906D-30B8-02717F7468DA}" dt="2026-01-15T05:22:26.930" v="15" actId="20577"/>
      <pc:docMkLst>
        <pc:docMk/>
      </pc:docMkLst>
      <pc:sldChg chg="modSp">
        <pc:chgData name="Yogesh Raje" userId="S::yogesh@edunetfoundation.org::9e0ba697-e1dc-452b-989f-11655901edb1" providerId="AD" clId="Web-{7AA78274-F908-906D-30B8-02717F7468DA}" dt="2026-01-15T05:22:26.930" v="15" actId="20577"/>
        <pc:sldMkLst>
          <pc:docMk/>
          <pc:sldMk cId="957564641" sldId="283"/>
        </pc:sldMkLst>
        <pc:spChg chg="mod">
          <ac:chgData name="Yogesh Raje" userId="S::yogesh@edunetfoundation.org::9e0ba697-e1dc-452b-989f-11655901edb1" providerId="AD" clId="Web-{7AA78274-F908-906D-30B8-02717F7468DA}" dt="2026-01-15T05:22:24.774" v="14" actId="1076"/>
          <ac:spMkLst>
            <pc:docMk/>
            <pc:sldMk cId="957564641" sldId="283"/>
            <ac:spMk id="2" creationId="{9AF97BF8-B3EC-77A2-9BFD-D66830272D56}"/>
          </ac:spMkLst>
        </pc:spChg>
        <pc:spChg chg="mod">
          <ac:chgData name="Yogesh Raje" userId="S::yogesh@edunetfoundation.org::9e0ba697-e1dc-452b-989f-11655901edb1" providerId="AD" clId="Web-{7AA78274-F908-906D-30B8-02717F7468DA}" dt="2026-01-15T05:22:26.930" v="15" actId="20577"/>
          <ac:spMkLst>
            <pc:docMk/>
            <pc:sldMk cId="957564641" sldId="283"/>
            <ac:spMk id="3" creationId="{FFAB85A1-2169-FF43-3E91-E2E8ADA742FF}"/>
          </ac:spMkLst>
        </pc:spChg>
      </pc:sldChg>
    </pc:docChg>
  </pc:docChgLst>
  <pc:docChgLst>
    <pc:chgData name="Thoufiq Z" userId="S::thoufiqz@edunetfoundation.org::83fa815d-fc3a-4272-b584-16b68fbcd8b9" providerId="AD" clId="Web-{392FB351-EFB2-ADE2-BBDC-DA8A76A84AAE}"/>
    <pc:docChg chg="modSld">
      <pc:chgData name="Thoufiq Z" userId="S::thoufiqz@edunetfoundation.org::83fa815d-fc3a-4272-b584-16b68fbcd8b9" providerId="AD" clId="Web-{392FB351-EFB2-ADE2-BBDC-DA8A76A84AAE}" dt="2026-01-22T06:07:07.605" v="0" actId="1076"/>
      <pc:docMkLst>
        <pc:docMk/>
      </pc:docMkLst>
      <pc:sldChg chg="modSp">
        <pc:chgData name="Thoufiq Z" userId="S::thoufiqz@edunetfoundation.org::83fa815d-fc3a-4272-b584-16b68fbcd8b9" providerId="AD" clId="Web-{392FB351-EFB2-ADE2-BBDC-DA8A76A84AAE}" dt="2026-01-22T06:07:07.605" v="0" actId="1076"/>
        <pc:sldMkLst>
          <pc:docMk/>
          <pc:sldMk cId="2772501912" sldId="279"/>
        </pc:sldMkLst>
        <pc:picChg chg="mod">
          <ac:chgData name="Thoufiq Z" userId="S::thoufiqz@edunetfoundation.org::83fa815d-fc3a-4272-b584-16b68fbcd8b9" providerId="AD" clId="Web-{392FB351-EFB2-ADE2-BBDC-DA8A76A84AAE}" dt="2026-01-22T06:07:07.605" v="0" actId="1076"/>
          <ac:picMkLst>
            <pc:docMk/>
            <pc:sldMk cId="2772501912" sldId="279"/>
            <ac:picMk id="3" creationId="{11BF3590-52D3-DC9D-2C84-E66D9597D77D}"/>
          </ac:picMkLst>
        </pc:picChg>
      </pc:sldChg>
    </pc:docChg>
  </pc:docChgLst>
  <pc:docChgLst>
    <pc:chgData name="Guest User" userId="S::urn:spo:tenantanon#ad06ef22-d6dc-4a55-b4c1-c3a158f5f147::" providerId="AD" clId="Web-{696493C2-F961-AE6C-C78A-A3E397BAC3D1}"/>
    <pc:docChg chg="addSld delSld modSld sldOrd">
      <pc:chgData name="Guest User" userId="S::urn:spo:tenantanon#ad06ef22-d6dc-4a55-b4c1-c3a158f5f147::" providerId="AD" clId="Web-{696493C2-F961-AE6C-C78A-A3E397BAC3D1}" dt="2026-01-24T07:12:45.064" v="42" actId="1076"/>
      <pc:docMkLst>
        <pc:docMk/>
      </pc:docMkLst>
      <pc:sldChg chg="addSp modSp">
        <pc:chgData name="Guest User" userId="S::urn:spo:tenantanon#ad06ef22-d6dc-4a55-b4c1-c3a158f5f147::" providerId="AD" clId="Web-{696493C2-F961-AE6C-C78A-A3E397BAC3D1}" dt="2026-01-24T07:12:45.064" v="42" actId="1076"/>
        <pc:sldMkLst>
          <pc:docMk/>
          <pc:sldMk cId="0" sldId="257"/>
        </pc:sldMkLst>
        <pc:picChg chg="add mod">
          <ac:chgData name="Guest User" userId="S::urn:spo:tenantanon#ad06ef22-d6dc-4a55-b4c1-c3a158f5f147::" providerId="AD" clId="Web-{696493C2-F961-AE6C-C78A-A3E397BAC3D1}" dt="2026-01-24T07:12:45.064" v="42" actId="1076"/>
          <ac:picMkLst>
            <pc:docMk/>
            <pc:sldMk cId="0" sldId="257"/>
            <ac:picMk id="2" creationId="{330C9D4A-B972-85E9-7C58-A77163220759}"/>
          </ac:picMkLst>
        </pc:picChg>
        <pc:picChg chg="mod">
          <ac:chgData name="Guest User" userId="S::urn:spo:tenantanon#ad06ef22-d6dc-4a55-b4c1-c3a158f5f147::" providerId="AD" clId="Web-{696493C2-F961-AE6C-C78A-A3E397BAC3D1}" dt="2026-01-24T07:12:38.471" v="40" actId="1076"/>
          <ac:picMkLst>
            <pc:docMk/>
            <pc:sldMk cId="0" sldId="257"/>
            <ac:picMk id="98" creationId="{00000000-0000-0000-0000-000000000000}"/>
          </ac:picMkLst>
        </pc:picChg>
      </pc:sldChg>
      <pc:sldChg chg="del">
        <pc:chgData name="Guest User" userId="S::urn:spo:tenantanon#ad06ef22-d6dc-4a55-b4c1-c3a158f5f147::" providerId="AD" clId="Web-{696493C2-F961-AE6C-C78A-A3E397BAC3D1}" dt="2026-01-24T07:11:10.355" v="30"/>
        <pc:sldMkLst>
          <pc:docMk/>
          <pc:sldMk cId="0" sldId="260"/>
        </pc:sldMkLst>
      </pc:sldChg>
      <pc:sldChg chg="modSp">
        <pc:chgData name="Guest User" userId="S::urn:spo:tenantanon#ad06ef22-d6dc-4a55-b4c1-c3a158f5f147::" providerId="AD" clId="Web-{696493C2-F961-AE6C-C78A-A3E397BAC3D1}" dt="2026-01-24T07:12:27.846" v="39" actId="20577"/>
        <pc:sldMkLst>
          <pc:docMk/>
          <pc:sldMk cId="0" sldId="262"/>
        </pc:sldMkLst>
        <pc:spChg chg="mod">
          <ac:chgData name="Guest User" userId="S::urn:spo:tenantanon#ad06ef22-d6dc-4a55-b4c1-c3a158f5f147::" providerId="AD" clId="Web-{696493C2-F961-AE6C-C78A-A3E397BAC3D1}" dt="2026-01-24T07:12:27.846" v="39" actId="20577"/>
          <ac:spMkLst>
            <pc:docMk/>
            <pc:sldMk cId="0" sldId="262"/>
            <ac:spMk id="179" creationId="{00000000-0000-0000-0000-000000000000}"/>
          </ac:spMkLst>
        </pc:spChg>
      </pc:sldChg>
      <pc:sldChg chg="del">
        <pc:chgData name="Guest User" userId="S::urn:spo:tenantanon#ad06ef22-d6dc-4a55-b4c1-c3a158f5f147::" providerId="AD" clId="Web-{696493C2-F961-AE6C-C78A-A3E397BAC3D1}" dt="2026-01-24T07:09:11.881" v="10"/>
        <pc:sldMkLst>
          <pc:docMk/>
          <pc:sldMk cId="0" sldId="264"/>
        </pc:sldMkLst>
      </pc:sldChg>
      <pc:sldChg chg="ord">
        <pc:chgData name="Guest User" userId="S::urn:spo:tenantanon#ad06ef22-d6dc-4a55-b4c1-c3a158f5f147::" providerId="AD" clId="Web-{696493C2-F961-AE6C-C78A-A3E397BAC3D1}" dt="2026-01-24T07:10:35.495" v="28"/>
        <pc:sldMkLst>
          <pc:docMk/>
          <pc:sldMk cId="3764405840" sldId="278"/>
        </pc:sldMkLst>
      </pc:sldChg>
      <pc:sldChg chg="addSp modSp ord">
        <pc:chgData name="Guest User" userId="S::urn:spo:tenantanon#ad06ef22-d6dc-4a55-b4c1-c3a158f5f147::" providerId="AD" clId="Web-{696493C2-F961-AE6C-C78A-A3E397BAC3D1}" dt="2026-01-24T07:08:56.974" v="9"/>
        <pc:sldMkLst>
          <pc:docMk/>
          <pc:sldMk cId="2772501912" sldId="279"/>
        </pc:sldMkLst>
        <pc:spChg chg="add mod">
          <ac:chgData name="Guest User" userId="S::urn:spo:tenantanon#ad06ef22-d6dc-4a55-b4c1-c3a158f5f147::" providerId="AD" clId="Web-{696493C2-F961-AE6C-C78A-A3E397BAC3D1}" dt="2026-01-24T07:08:48.974" v="8" actId="20577"/>
          <ac:spMkLst>
            <pc:docMk/>
            <pc:sldMk cId="2772501912" sldId="279"/>
            <ac:spMk id="2" creationId="{48079FEC-4447-C4FA-64A4-CB532564DAF6}"/>
          </ac:spMkLst>
        </pc:spChg>
      </pc:sldChg>
      <pc:sldChg chg="ord">
        <pc:chgData name="Guest User" userId="S::urn:spo:tenantanon#ad06ef22-d6dc-4a55-b4c1-c3a158f5f147::" providerId="AD" clId="Web-{696493C2-F961-AE6C-C78A-A3E397BAC3D1}" dt="2026-01-24T07:10:52.089" v="29"/>
        <pc:sldMkLst>
          <pc:docMk/>
          <pc:sldMk cId="328526394" sldId="281"/>
        </pc:sldMkLst>
      </pc:sldChg>
      <pc:sldChg chg="modSp add replId">
        <pc:chgData name="Guest User" userId="S::urn:spo:tenantanon#ad06ef22-d6dc-4a55-b4c1-c3a158f5f147::" providerId="AD" clId="Web-{696493C2-F961-AE6C-C78A-A3E397BAC3D1}" dt="2026-01-24T07:09:33.068" v="20" actId="20577"/>
        <pc:sldMkLst>
          <pc:docMk/>
          <pc:sldMk cId="795043773" sldId="284"/>
        </pc:sldMkLst>
        <pc:spChg chg="mod">
          <ac:chgData name="Guest User" userId="S::urn:spo:tenantanon#ad06ef22-d6dc-4a55-b4c1-c3a158f5f147::" providerId="AD" clId="Web-{696493C2-F961-AE6C-C78A-A3E397BAC3D1}" dt="2026-01-24T07:09:33.068" v="20" actId="20577"/>
          <ac:spMkLst>
            <pc:docMk/>
            <pc:sldMk cId="795043773" sldId="284"/>
            <ac:spMk id="2" creationId="{DD23FCBA-FC00-378F-C117-12DC1F4FD6E0}"/>
          </ac:spMkLst>
        </pc:spChg>
      </pc:sldChg>
      <pc:sldChg chg="modSp add replId">
        <pc:chgData name="Guest User" userId="S::urn:spo:tenantanon#ad06ef22-d6dc-4a55-b4c1-c3a158f5f147::" providerId="AD" clId="Web-{696493C2-F961-AE6C-C78A-A3E397BAC3D1}" dt="2026-01-24T07:09:48.006" v="22" actId="20577"/>
        <pc:sldMkLst>
          <pc:docMk/>
          <pc:sldMk cId="1135684311" sldId="285"/>
        </pc:sldMkLst>
        <pc:spChg chg="mod">
          <ac:chgData name="Guest User" userId="S::urn:spo:tenantanon#ad06ef22-d6dc-4a55-b4c1-c3a158f5f147::" providerId="AD" clId="Web-{696493C2-F961-AE6C-C78A-A3E397BAC3D1}" dt="2026-01-24T07:09:48.006" v="22" actId="20577"/>
          <ac:spMkLst>
            <pc:docMk/>
            <pc:sldMk cId="1135684311" sldId="285"/>
            <ac:spMk id="2" creationId="{6FFE5FD7-2292-570F-1397-1E9287F8CB9D}"/>
          </ac:spMkLst>
        </pc:spChg>
      </pc:sldChg>
      <pc:sldChg chg="modSp add replId">
        <pc:chgData name="Guest User" userId="S::urn:spo:tenantanon#ad06ef22-d6dc-4a55-b4c1-c3a158f5f147::" providerId="AD" clId="Web-{696493C2-F961-AE6C-C78A-A3E397BAC3D1}" dt="2026-01-24T07:09:56.521" v="25" actId="20577"/>
        <pc:sldMkLst>
          <pc:docMk/>
          <pc:sldMk cId="1138841112" sldId="286"/>
        </pc:sldMkLst>
        <pc:spChg chg="mod">
          <ac:chgData name="Guest User" userId="S::urn:spo:tenantanon#ad06ef22-d6dc-4a55-b4c1-c3a158f5f147::" providerId="AD" clId="Web-{696493C2-F961-AE6C-C78A-A3E397BAC3D1}" dt="2026-01-24T07:09:56.521" v="25" actId="20577"/>
          <ac:spMkLst>
            <pc:docMk/>
            <pc:sldMk cId="1138841112" sldId="286"/>
            <ac:spMk id="2" creationId="{CF9D04B6-7646-B3BF-9A84-684A467FADAB}"/>
          </ac:spMkLst>
        </pc:spChg>
      </pc:sldChg>
    </pc:docChg>
  </pc:docChgLst>
  <pc:docChgLst>
    <pc:chgData name="Yogesh Raje" userId="S::yogesh@edunetfoundation.org::9e0ba697-e1dc-452b-989f-11655901edb1" providerId="AD" clId="Web-{857E11F3-F11C-6843-C73E-27677A40A984}"/>
    <pc:docChg chg="addSld delSld modSld sldOrd">
      <pc:chgData name="Yogesh Raje" userId="S::yogesh@edunetfoundation.org::9e0ba697-e1dc-452b-989f-11655901edb1" providerId="AD" clId="Web-{857E11F3-F11C-6843-C73E-27677A40A984}" dt="2026-01-24T07:27:35.250" v="160" actId="20577"/>
      <pc:docMkLst>
        <pc:docMk/>
      </pc:docMkLst>
      <pc:sldChg chg="addSp">
        <pc:chgData name="Yogesh Raje" userId="S::yogesh@edunetfoundation.org::9e0ba697-e1dc-452b-989f-11655901edb1" providerId="AD" clId="Web-{857E11F3-F11C-6843-C73E-27677A40A984}" dt="2026-01-24T07:25:33.140" v="128"/>
        <pc:sldMkLst>
          <pc:docMk/>
          <pc:sldMk cId="0" sldId="257"/>
        </pc:sldMkLst>
        <pc:picChg chg="add">
          <ac:chgData name="Yogesh Raje" userId="S::yogesh@edunetfoundation.org::9e0ba697-e1dc-452b-989f-11655901edb1" providerId="AD" clId="Web-{857E11F3-F11C-6843-C73E-27677A40A984}" dt="2026-01-24T07:25:33.140" v="128"/>
          <ac:picMkLst>
            <pc:docMk/>
            <pc:sldMk cId="0" sldId="257"/>
            <ac:picMk id="4" creationId="{93071BE8-5070-42BA-3450-6F0039B8532C}"/>
          </ac:picMkLst>
        </pc:picChg>
      </pc:sldChg>
      <pc:sldChg chg="addSp delSp modSp">
        <pc:chgData name="Yogesh Raje" userId="S::yogesh@edunetfoundation.org::9e0ba697-e1dc-452b-989f-11655901edb1" providerId="AD" clId="Web-{857E11F3-F11C-6843-C73E-27677A40A984}" dt="2026-01-24T07:25:39.546" v="130"/>
        <pc:sldMkLst>
          <pc:docMk/>
          <pc:sldMk cId="0" sldId="259"/>
        </pc:sldMkLst>
        <pc:spChg chg="add mod">
          <ac:chgData name="Yogesh Raje" userId="S::yogesh@edunetfoundation.org::9e0ba697-e1dc-452b-989f-11655901edb1" providerId="AD" clId="Web-{857E11F3-F11C-6843-C73E-27677A40A984}" dt="2026-01-24T07:17:44.196" v="33" actId="20577"/>
          <ac:spMkLst>
            <pc:docMk/>
            <pc:sldMk cId="0" sldId="259"/>
            <ac:spMk id="3" creationId="{2F548320-B634-92CD-C520-43B25557F859}"/>
          </ac:spMkLst>
        </pc:spChg>
        <pc:picChg chg="add">
          <ac:chgData name="Yogesh Raje" userId="S::yogesh@edunetfoundation.org::9e0ba697-e1dc-452b-989f-11655901edb1" providerId="AD" clId="Web-{857E11F3-F11C-6843-C73E-27677A40A984}" dt="2026-01-24T07:25:39.546" v="130"/>
          <ac:picMkLst>
            <pc:docMk/>
            <pc:sldMk cId="0" sldId="259"/>
            <ac:picMk id="5" creationId="{68EE1157-422B-2DEC-F7BF-0A06B973C983}"/>
          </ac:picMkLst>
        </pc:picChg>
        <pc:picChg chg="del">
          <ac:chgData name="Yogesh Raje" userId="S::yogesh@edunetfoundation.org::9e0ba697-e1dc-452b-989f-11655901edb1" providerId="AD" clId="Web-{857E11F3-F11C-6843-C73E-27677A40A984}" dt="2026-01-24T07:16:16.991" v="16"/>
          <ac:picMkLst>
            <pc:docMk/>
            <pc:sldMk cId="0" sldId="259"/>
            <ac:picMk id="115" creationId="{00000000-0000-0000-0000-000000000000}"/>
          </ac:picMkLst>
        </pc:picChg>
      </pc:sldChg>
      <pc:sldChg chg="addSp modSp">
        <pc:chgData name="Yogesh Raje" userId="S::yogesh@edunetfoundation.org::9e0ba697-e1dc-452b-989f-11655901edb1" providerId="AD" clId="Web-{857E11F3-F11C-6843-C73E-27677A40A984}" dt="2026-01-24T07:25:59.343" v="136" actId="14100"/>
        <pc:sldMkLst>
          <pc:docMk/>
          <pc:sldMk cId="0" sldId="262"/>
        </pc:sldMkLst>
        <pc:spChg chg="mod">
          <ac:chgData name="Yogesh Raje" userId="S::yogesh@edunetfoundation.org::9e0ba697-e1dc-452b-989f-11655901edb1" providerId="AD" clId="Web-{857E11F3-F11C-6843-C73E-27677A40A984}" dt="2026-01-24T07:19:31.666" v="54" actId="1076"/>
          <ac:spMkLst>
            <pc:docMk/>
            <pc:sldMk cId="0" sldId="262"/>
            <ac:spMk id="179" creationId="{00000000-0000-0000-0000-000000000000}"/>
          </ac:spMkLst>
        </pc:spChg>
        <pc:picChg chg="add">
          <ac:chgData name="Yogesh Raje" userId="S::yogesh@edunetfoundation.org::9e0ba697-e1dc-452b-989f-11655901edb1" providerId="AD" clId="Web-{857E11F3-F11C-6843-C73E-27677A40A984}" dt="2026-01-24T07:25:54.453" v="135"/>
          <ac:picMkLst>
            <pc:docMk/>
            <pc:sldMk cId="0" sldId="262"/>
            <ac:picMk id="3" creationId="{13F004CF-732B-B365-E320-17AD7B82A8D0}"/>
          </ac:picMkLst>
        </pc:picChg>
        <pc:picChg chg="mod">
          <ac:chgData name="Yogesh Raje" userId="S::yogesh@edunetfoundation.org::9e0ba697-e1dc-452b-989f-11655901edb1" providerId="AD" clId="Web-{857E11F3-F11C-6843-C73E-27677A40A984}" dt="2026-01-24T07:25:59.343" v="136" actId="14100"/>
          <ac:picMkLst>
            <pc:docMk/>
            <pc:sldMk cId="0" sldId="262"/>
            <ac:picMk id="178" creationId="{00000000-0000-0000-0000-000000000000}"/>
          </ac:picMkLst>
        </pc:picChg>
      </pc:sldChg>
      <pc:sldChg chg="addSp delSp modSp ord">
        <pc:chgData name="Yogesh Raje" userId="S::yogesh@edunetfoundation.org::9e0ba697-e1dc-452b-989f-11655901edb1" providerId="AD" clId="Web-{857E11F3-F11C-6843-C73E-27677A40A984}" dt="2026-01-24T07:25:51.687" v="134"/>
        <pc:sldMkLst>
          <pc:docMk/>
          <pc:sldMk cId="0" sldId="273"/>
        </pc:sldMkLst>
        <pc:spChg chg="mod">
          <ac:chgData name="Yogesh Raje" userId="S::yogesh@edunetfoundation.org::9e0ba697-e1dc-452b-989f-11655901edb1" providerId="AD" clId="Web-{857E11F3-F11C-6843-C73E-27677A40A984}" dt="2026-01-24T07:21:46.793" v="105" actId="1076"/>
          <ac:spMkLst>
            <pc:docMk/>
            <pc:sldMk cId="0" sldId="273"/>
            <ac:spMk id="279" creationId="{00000000-0000-0000-0000-000000000000}"/>
          </ac:spMkLst>
        </pc:spChg>
        <pc:spChg chg="mod">
          <ac:chgData name="Yogesh Raje" userId="S::yogesh@edunetfoundation.org::9e0ba697-e1dc-452b-989f-11655901edb1" providerId="AD" clId="Web-{857E11F3-F11C-6843-C73E-27677A40A984}" dt="2026-01-24T07:21:49.153" v="106" actId="1076"/>
          <ac:spMkLst>
            <pc:docMk/>
            <pc:sldMk cId="0" sldId="273"/>
            <ac:spMk id="280" creationId="{00000000-0000-0000-0000-000000000000}"/>
          </ac:spMkLst>
        </pc:spChg>
        <pc:spChg chg="mod">
          <ac:chgData name="Yogesh Raje" userId="S::yogesh@edunetfoundation.org::9e0ba697-e1dc-452b-989f-11655901edb1" providerId="AD" clId="Web-{857E11F3-F11C-6843-C73E-27677A40A984}" dt="2026-01-24T07:21:52.246" v="107" actId="1076"/>
          <ac:spMkLst>
            <pc:docMk/>
            <pc:sldMk cId="0" sldId="273"/>
            <ac:spMk id="281" creationId="{00000000-0000-0000-0000-000000000000}"/>
          </ac:spMkLst>
        </pc:spChg>
        <pc:spChg chg="del mod">
          <ac:chgData name="Yogesh Raje" userId="S::yogesh@edunetfoundation.org::9e0ba697-e1dc-452b-989f-11655901edb1" providerId="AD" clId="Web-{857E11F3-F11C-6843-C73E-27677A40A984}" dt="2026-01-24T07:22:01.356" v="109"/>
          <ac:spMkLst>
            <pc:docMk/>
            <pc:sldMk cId="0" sldId="273"/>
            <ac:spMk id="282" creationId="{00000000-0000-0000-0000-000000000000}"/>
          </ac:spMkLst>
        </pc:spChg>
        <pc:picChg chg="add">
          <ac:chgData name="Yogesh Raje" userId="S::yogesh@edunetfoundation.org::9e0ba697-e1dc-452b-989f-11655901edb1" providerId="AD" clId="Web-{857E11F3-F11C-6843-C73E-27677A40A984}" dt="2026-01-24T07:25:51.687" v="134"/>
          <ac:picMkLst>
            <pc:docMk/>
            <pc:sldMk cId="0" sldId="273"/>
            <ac:picMk id="3" creationId="{676BD740-4294-408A-9014-7C75E9F50954}"/>
          </ac:picMkLst>
        </pc:picChg>
      </pc:sldChg>
      <pc:sldChg chg="addSp">
        <pc:chgData name="Yogesh Raje" userId="S::yogesh@edunetfoundation.org::9e0ba697-e1dc-452b-989f-11655901edb1" providerId="AD" clId="Web-{857E11F3-F11C-6843-C73E-27677A40A984}" dt="2026-01-24T07:26:14.625" v="144"/>
        <pc:sldMkLst>
          <pc:docMk/>
          <pc:sldMk cId="0" sldId="276"/>
        </pc:sldMkLst>
        <pc:picChg chg="add">
          <ac:chgData name="Yogesh Raje" userId="S::yogesh@edunetfoundation.org::9e0ba697-e1dc-452b-989f-11655901edb1" providerId="AD" clId="Web-{857E11F3-F11C-6843-C73E-27677A40A984}" dt="2026-01-24T07:26:14.625" v="144"/>
          <ac:picMkLst>
            <pc:docMk/>
            <pc:sldMk cId="0" sldId="276"/>
            <ac:picMk id="3" creationId="{BA9DDD0D-7A91-1E4E-00BA-F7FF05ABF76F}"/>
          </ac:picMkLst>
        </pc:picChg>
      </pc:sldChg>
      <pc:sldChg chg="addSp ord">
        <pc:chgData name="Yogesh Raje" userId="S::yogesh@edunetfoundation.org::9e0ba697-e1dc-452b-989f-11655901edb1" providerId="AD" clId="Web-{857E11F3-F11C-6843-C73E-27677A40A984}" dt="2026-01-24T07:26:13.031" v="143"/>
        <pc:sldMkLst>
          <pc:docMk/>
          <pc:sldMk cId="2115484872" sldId="277"/>
        </pc:sldMkLst>
        <pc:picChg chg="add">
          <ac:chgData name="Yogesh Raje" userId="S::yogesh@edunetfoundation.org::9e0ba697-e1dc-452b-989f-11655901edb1" providerId="AD" clId="Web-{857E11F3-F11C-6843-C73E-27677A40A984}" dt="2026-01-24T07:26:13.031" v="143"/>
          <ac:picMkLst>
            <pc:docMk/>
            <pc:sldMk cId="2115484872" sldId="277"/>
            <ac:picMk id="3" creationId="{B8925A06-F7F9-F25E-EBB3-1891B33446BF}"/>
          </ac:picMkLst>
        </pc:picChg>
      </pc:sldChg>
      <pc:sldChg chg="addSp">
        <pc:chgData name="Yogesh Raje" userId="S::yogesh@edunetfoundation.org::9e0ba697-e1dc-452b-989f-11655901edb1" providerId="AD" clId="Web-{857E11F3-F11C-6843-C73E-27677A40A984}" dt="2026-01-24T07:25:48.437" v="133"/>
        <pc:sldMkLst>
          <pc:docMk/>
          <pc:sldMk cId="3764405840" sldId="278"/>
        </pc:sldMkLst>
        <pc:picChg chg="add">
          <ac:chgData name="Yogesh Raje" userId="S::yogesh@edunetfoundation.org::9e0ba697-e1dc-452b-989f-11655901edb1" providerId="AD" clId="Web-{857E11F3-F11C-6843-C73E-27677A40A984}" dt="2026-01-24T07:25:48.437" v="133"/>
          <ac:picMkLst>
            <pc:docMk/>
            <pc:sldMk cId="3764405840" sldId="278"/>
            <ac:picMk id="5" creationId="{BD72C005-E1BD-D1EA-4A68-50937DBCE5A8}"/>
          </ac:picMkLst>
        </pc:picChg>
      </pc:sldChg>
      <pc:sldChg chg="addSp delSp modSp ord">
        <pc:chgData name="Yogesh Raje" userId="S::yogesh@edunetfoundation.org::9e0ba697-e1dc-452b-989f-11655901edb1" providerId="AD" clId="Web-{857E11F3-F11C-6843-C73E-27677A40A984}" dt="2026-01-24T07:26:03.906" v="138"/>
        <pc:sldMkLst>
          <pc:docMk/>
          <pc:sldMk cId="2772501912" sldId="279"/>
        </pc:sldMkLst>
        <pc:spChg chg="mod">
          <ac:chgData name="Yogesh Raje" userId="S::yogesh@edunetfoundation.org::9e0ba697-e1dc-452b-989f-11655901edb1" providerId="AD" clId="Web-{857E11F3-F11C-6843-C73E-27677A40A984}" dt="2026-01-24T07:20:31.261" v="73" actId="1076"/>
          <ac:spMkLst>
            <pc:docMk/>
            <pc:sldMk cId="2772501912" sldId="279"/>
            <ac:spMk id="2" creationId="{48079FEC-4447-C4FA-64A4-CB532564DAF6}"/>
          </ac:spMkLst>
        </pc:spChg>
        <pc:spChg chg="del mod">
          <ac:chgData name="Yogesh Raje" userId="S::yogesh@edunetfoundation.org::9e0ba697-e1dc-452b-989f-11655901edb1" providerId="AD" clId="Web-{857E11F3-F11C-6843-C73E-27677A40A984}" dt="2026-01-24T07:23:04.044" v="121"/>
          <ac:spMkLst>
            <pc:docMk/>
            <pc:sldMk cId="2772501912" sldId="279"/>
            <ac:spMk id="179" creationId="{B44D301C-393F-354F-3E88-518CAEB33CE6}"/>
          </ac:spMkLst>
        </pc:spChg>
        <pc:picChg chg="mod">
          <ac:chgData name="Yogesh Raje" userId="S::yogesh@edunetfoundation.org::9e0ba697-e1dc-452b-989f-11655901edb1" providerId="AD" clId="Web-{857E11F3-F11C-6843-C73E-27677A40A984}" dt="2026-01-24T07:22:57.528" v="119" actId="1076"/>
          <ac:picMkLst>
            <pc:docMk/>
            <pc:sldMk cId="2772501912" sldId="279"/>
            <ac:picMk id="3" creationId="{11BF3590-52D3-DC9D-2C84-E66D9597D77D}"/>
          </ac:picMkLst>
        </pc:picChg>
        <pc:picChg chg="add">
          <ac:chgData name="Yogesh Raje" userId="S::yogesh@edunetfoundation.org::9e0ba697-e1dc-452b-989f-11655901edb1" providerId="AD" clId="Web-{857E11F3-F11C-6843-C73E-27677A40A984}" dt="2026-01-24T07:26:03.906" v="138"/>
          <ac:picMkLst>
            <pc:docMk/>
            <pc:sldMk cId="2772501912" sldId="279"/>
            <ac:picMk id="5" creationId="{073ADE60-811A-97E9-24FE-F2F7F61FA469}"/>
          </ac:picMkLst>
        </pc:picChg>
      </pc:sldChg>
      <pc:sldChg chg="addSp">
        <pc:chgData name="Yogesh Raje" userId="S::yogesh@edunetfoundation.org::9e0ba697-e1dc-452b-989f-11655901edb1" providerId="AD" clId="Web-{857E11F3-F11C-6843-C73E-27677A40A984}" dt="2026-01-24T07:26:11.156" v="142"/>
        <pc:sldMkLst>
          <pc:docMk/>
          <pc:sldMk cId="2136706720" sldId="280"/>
        </pc:sldMkLst>
        <pc:picChg chg="add">
          <ac:chgData name="Yogesh Raje" userId="S::yogesh@edunetfoundation.org::9e0ba697-e1dc-452b-989f-11655901edb1" providerId="AD" clId="Web-{857E11F3-F11C-6843-C73E-27677A40A984}" dt="2026-01-24T07:26:11.156" v="142"/>
          <ac:picMkLst>
            <pc:docMk/>
            <pc:sldMk cId="2136706720" sldId="280"/>
            <ac:picMk id="3" creationId="{B96DCFED-2C83-7A17-CDB2-A4F4D4BBD1D5}"/>
          </ac:picMkLst>
        </pc:picChg>
      </pc:sldChg>
      <pc:sldChg chg="addSp modSp ord">
        <pc:chgData name="Yogesh Raje" userId="S::yogesh@edunetfoundation.org::9e0ba697-e1dc-452b-989f-11655901edb1" providerId="AD" clId="Web-{857E11F3-F11C-6843-C73E-27677A40A984}" dt="2026-01-24T07:26:01.437" v="137"/>
        <pc:sldMkLst>
          <pc:docMk/>
          <pc:sldMk cId="328526394" sldId="281"/>
        </pc:sldMkLst>
        <pc:spChg chg="mod">
          <ac:chgData name="Yogesh Raje" userId="S::yogesh@edunetfoundation.org::9e0ba697-e1dc-452b-989f-11655901edb1" providerId="AD" clId="Web-{857E11F3-F11C-6843-C73E-27677A40A984}" dt="2026-01-24T07:19:49.417" v="58" actId="20577"/>
          <ac:spMkLst>
            <pc:docMk/>
            <pc:sldMk cId="328526394" sldId="281"/>
            <ac:spMk id="135" creationId="{2A145802-2DD3-EEBA-7D44-210C05B98C91}"/>
          </ac:spMkLst>
        </pc:spChg>
        <pc:picChg chg="add">
          <ac:chgData name="Yogesh Raje" userId="S::yogesh@edunetfoundation.org::9e0ba697-e1dc-452b-989f-11655901edb1" providerId="AD" clId="Web-{857E11F3-F11C-6843-C73E-27677A40A984}" dt="2026-01-24T07:26:01.437" v="137"/>
          <ac:picMkLst>
            <pc:docMk/>
            <pc:sldMk cId="328526394" sldId="281"/>
            <ac:picMk id="4" creationId="{F55A7959-9FC6-1DAE-7A47-36165450EF19}"/>
          </ac:picMkLst>
        </pc:picChg>
      </pc:sldChg>
      <pc:sldChg chg="addSp delSp modSp">
        <pc:chgData name="Yogesh Raje" userId="S::yogesh@edunetfoundation.org::9e0ba697-e1dc-452b-989f-11655901edb1" providerId="AD" clId="Web-{857E11F3-F11C-6843-C73E-27677A40A984}" dt="2026-01-24T07:25:36.312" v="129"/>
        <pc:sldMkLst>
          <pc:docMk/>
          <pc:sldMk cId="2952584201" sldId="282"/>
        </pc:sldMkLst>
        <pc:spChg chg="add mod">
          <ac:chgData name="Yogesh Raje" userId="S::yogesh@edunetfoundation.org::9e0ba697-e1dc-452b-989f-11655901edb1" providerId="AD" clId="Web-{857E11F3-F11C-6843-C73E-27677A40A984}" dt="2026-01-24T07:18:16.009" v="45" actId="1076"/>
          <ac:spMkLst>
            <pc:docMk/>
            <pc:sldMk cId="2952584201" sldId="282"/>
            <ac:spMk id="3" creationId="{9C57FE32-8AA8-E540-E0AA-C9737C71A0E2}"/>
          </ac:spMkLst>
        </pc:spChg>
        <pc:picChg chg="add">
          <ac:chgData name="Yogesh Raje" userId="S::yogesh@edunetfoundation.org::9e0ba697-e1dc-452b-989f-11655901edb1" providerId="AD" clId="Web-{857E11F3-F11C-6843-C73E-27677A40A984}" dt="2026-01-24T07:25:36.312" v="129"/>
          <ac:picMkLst>
            <pc:docMk/>
            <pc:sldMk cId="2952584201" sldId="282"/>
            <ac:picMk id="5" creationId="{E7A64CCA-ED49-69BC-3595-2C1CBD5E6D02}"/>
          </ac:picMkLst>
        </pc:picChg>
        <pc:picChg chg="del">
          <ac:chgData name="Yogesh Raje" userId="S::yogesh@edunetfoundation.org::9e0ba697-e1dc-452b-989f-11655901edb1" providerId="AD" clId="Web-{857E11F3-F11C-6843-C73E-27677A40A984}" dt="2026-01-24T07:18:12.337" v="44"/>
          <ac:picMkLst>
            <pc:docMk/>
            <pc:sldMk cId="2952584201" sldId="282"/>
            <ac:picMk id="106" creationId="{286A03B7-10C8-4B3E-AB7E-1BEE35090A27}"/>
          </ac:picMkLst>
        </pc:picChg>
      </pc:sldChg>
      <pc:sldChg chg="addSp modSp">
        <pc:chgData name="Yogesh Raje" userId="S::yogesh@edunetfoundation.org::9e0ba697-e1dc-452b-989f-11655901edb1" providerId="AD" clId="Web-{857E11F3-F11C-6843-C73E-27677A40A984}" dt="2026-01-24T07:25:23.795" v="127" actId="1076"/>
        <pc:sldMkLst>
          <pc:docMk/>
          <pc:sldMk cId="957564641" sldId="283"/>
        </pc:sldMkLst>
        <pc:picChg chg="add mod">
          <ac:chgData name="Yogesh Raje" userId="S::yogesh@edunetfoundation.org::9e0ba697-e1dc-452b-989f-11655901edb1" providerId="AD" clId="Web-{857E11F3-F11C-6843-C73E-27677A40A984}" dt="2026-01-24T07:25:23.795" v="127" actId="1076"/>
          <ac:picMkLst>
            <pc:docMk/>
            <pc:sldMk cId="957564641" sldId="283"/>
            <ac:picMk id="4" creationId="{9270813B-BF9E-B61A-92D0-FA37C990652F}"/>
          </ac:picMkLst>
        </pc:picChg>
      </pc:sldChg>
      <pc:sldChg chg="addSp delSp modSp">
        <pc:chgData name="Yogesh Raje" userId="S::yogesh@edunetfoundation.org::9e0ba697-e1dc-452b-989f-11655901edb1" providerId="AD" clId="Web-{857E11F3-F11C-6843-C73E-27677A40A984}" dt="2026-01-24T07:26:05.640" v="139"/>
        <pc:sldMkLst>
          <pc:docMk/>
          <pc:sldMk cId="795043773" sldId="284"/>
        </pc:sldMkLst>
        <pc:spChg chg="mod">
          <ac:chgData name="Yogesh Raje" userId="S::yogesh@edunetfoundation.org::9e0ba697-e1dc-452b-989f-11655901edb1" providerId="AD" clId="Web-{857E11F3-F11C-6843-C73E-27677A40A984}" dt="2026-01-24T07:20:47.043" v="80" actId="14100"/>
          <ac:spMkLst>
            <pc:docMk/>
            <pc:sldMk cId="795043773" sldId="284"/>
            <ac:spMk id="2" creationId="{DD23FCBA-FC00-378F-C117-12DC1F4FD6E0}"/>
          </ac:spMkLst>
        </pc:spChg>
        <pc:spChg chg="del mod">
          <ac:chgData name="Yogesh Raje" userId="S::yogesh@edunetfoundation.org::9e0ba697-e1dc-452b-989f-11655901edb1" providerId="AD" clId="Web-{857E11F3-F11C-6843-C73E-27677A40A984}" dt="2026-01-24T07:22:53.903" v="118"/>
          <ac:spMkLst>
            <pc:docMk/>
            <pc:sldMk cId="795043773" sldId="284"/>
            <ac:spMk id="179" creationId="{6C4F1F88-83AE-DF8E-66C7-44F62D1C5252}"/>
          </ac:spMkLst>
        </pc:spChg>
        <pc:picChg chg="mod">
          <ac:chgData name="Yogesh Raje" userId="S::yogesh@edunetfoundation.org::9e0ba697-e1dc-452b-989f-11655901edb1" providerId="AD" clId="Web-{857E11F3-F11C-6843-C73E-27677A40A984}" dt="2026-01-24T07:22:39.606" v="115" actId="1076"/>
          <ac:picMkLst>
            <pc:docMk/>
            <pc:sldMk cId="795043773" sldId="284"/>
            <ac:picMk id="3" creationId="{D92F9EA0-945F-B25A-20C3-D63B1F62EF29}"/>
          </ac:picMkLst>
        </pc:picChg>
        <pc:picChg chg="add">
          <ac:chgData name="Yogesh Raje" userId="S::yogesh@edunetfoundation.org::9e0ba697-e1dc-452b-989f-11655901edb1" providerId="AD" clId="Web-{857E11F3-F11C-6843-C73E-27677A40A984}" dt="2026-01-24T07:26:05.640" v="139"/>
          <ac:picMkLst>
            <pc:docMk/>
            <pc:sldMk cId="795043773" sldId="284"/>
            <ac:picMk id="5" creationId="{C9B59E40-7B3E-CFB4-3FD9-6C10E068F0AF}"/>
          </ac:picMkLst>
        </pc:picChg>
      </pc:sldChg>
      <pc:sldChg chg="addSp delSp modSp">
        <pc:chgData name="Yogesh Raje" userId="S::yogesh@edunetfoundation.org::9e0ba697-e1dc-452b-989f-11655901edb1" providerId="AD" clId="Web-{857E11F3-F11C-6843-C73E-27677A40A984}" dt="2026-01-24T07:26:07.828" v="140"/>
        <pc:sldMkLst>
          <pc:docMk/>
          <pc:sldMk cId="1135684311" sldId="285"/>
        </pc:sldMkLst>
        <pc:spChg chg="mod">
          <ac:chgData name="Yogesh Raje" userId="S::yogesh@edunetfoundation.org::9e0ba697-e1dc-452b-989f-11655901edb1" providerId="AD" clId="Web-{857E11F3-F11C-6843-C73E-27677A40A984}" dt="2026-01-24T07:21:00.949" v="92" actId="14100"/>
          <ac:spMkLst>
            <pc:docMk/>
            <pc:sldMk cId="1135684311" sldId="285"/>
            <ac:spMk id="2" creationId="{6FFE5FD7-2292-570F-1397-1E9287F8CB9D}"/>
          </ac:spMkLst>
        </pc:spChg>
        <pc:spChg chg="del">
          <ac:chgData name="Yogesh Raje" userId="S::yogesh@edunetfoundation.org::9e0ba697-e1dc-452b-989f-11655901edb1" providerId="AD" clId="Web-{857E11F3-F11C-6843-C73E-27677A40A984}" dt="2026-01-24T07:22:36.918" v="114"/>
          <ac:spMkLst>
            <pc:docMk/>
            <pc:sldMk cId="1135684311" sldId="285"/>
            <ac:spMk id="179" creationId="{C99901E6-E51F-5E94-2543-5AC8E1E4E2C4}"/>
          </ac:spMkLst>
        </pc:spChg>
        <pc:picChg chg="mod">
          <ac:chgData name="Yogesh Raje" userId="S::yogesh@edunetfoundation.org::9e0ba697-e1dc-452b-989f-11655901edb1" providerId="AD" clId="Web-{857E11F3-F11C-6843-C73E-27677A40A984}" dt="2026-01-24T07:22:31.168" v="113" actId="1076"/>
          <ac:picMkLst>
            <pc:docMk/>
            <pc:sldMk cId="1135684311" sldId="285"/>
            <ac:picMk id="3" creationId="{49BD6667-B0AB-E1EE-4A88-EF769D5A1818}"/>
          </ac:picMkLst>
        </pc:picChg>
        <pc:picChg chg="add">
          <ac:chgData name="Yogesh Raje" userId="S::yogesh@edunetfoundation.org::9e0ba697-e1dc-452b-989f-11655901edb1" providerId="AD" clId="Web-{857E11F3-F11C-6843-C73E-27677A40A984}" dt="2026-01-24T07:26:07.828" v="140"/>
          <ac:picMkLst>
            <pc:docMk/>
            <pc:sldMk cId="1135684311" sldId="285"/>
            <ac:picMk id="5" creationId="{A9872FD1-7A0B-E5B9-638C-B95C4CCFE94C}"/>
          </ac:picMkLst>
        </pc:picChg>
      </pc:sldChg>
      <pc:sldChg chg="addSp delSp modSp">
        <pc:chgData name="Yogesh Raje" userId="S::yogesh@edunetfoundation.org::9e0ba697-e1dc-452b-989f-11655901edb1" providerId="AD" clId="Web-{857E11F3-F11C-6843-C73E-27677A40A984}" dt="2026-01-24T07:26:09.375" v="141"/>
        <pc:sldMkLst>
          <pc:docMk/>
          <pc:sldMk cId="1138841112" sldId="286"/>
        </pc:sldMkLst>
        <pc:spChg chg="mod">
          <ac:chgData name="Yogesh Raje" userId="S::yogesh@edunetfoundation.org::9e0ba697-e1dc-452b-989f-11655901edb1" providerId="AD" clId="Web-{857E11F3-F11C-6843-C73E-27677A40A984}" dt="2026-01-24T07:22:25.903" v="111" actId="1076"/>
          <ac:spMkLst>
            <pc:docMk/>
            <pc:sldMk cId="1138841112" sldId="286"/>
            <ac:spMk id="2" creationId="{CF9D04B6-7646-B3BF-9A84-684A467FADAB}"/>
          </ac:spMkLst>
        </pc:spChg>
        <pc:spChg chg="del">
          <ac:chgData name="Yogesh Raje" userId="S::yogesh@edunetfoundation.org::9e0ba697-e1dc-452b-989f-11655901edb1" providerId="AD" clId="Web-{857E11F3-F11C-6843-C73E-27677A40A984}" dt="2026-01-24T07:22:28.622" v="112"/>
          <ac:spMkLst>
            <pc:docMk/>
            <pc:sldMk cId="1138841112" sldId="286"/>
            <ac:spMk id="179" creationId="{66E12AB6-73BA-21A4-6368-DBC20717980B}"/>
          </ac:spMkLst>
        </pc:spChg>
        <pc:picChg chg="mod">
          <ac:chgData name="Yogesh Raje" userId="S::yogesh@edunetfoundation.org::9e0ba697-e1dc-452b-989f-11655901edb1" providerId="AD" clId="Web-{857E11F3-F11C-6843-C73E-27677A40A984}" dt="2026-01-24T07:22:21.981" v="110" actId="1076"/>
          <ac:picMkLst>
            <pc:docMk/>
            <pc:sldMk cId="1138841112" sldId="286"/>
            <ac:picMk id="3" creationId="{0C919C56-AC7B-B30B-24DD-FBA3E8E6701B}"/>
          </ac:picMkLst>
        </pc:picChg>
        <pc:picChg chg="add">
          <ac:chgData name="Yogesh Raje" userId="S::yogesh@edunetfoundation.org::9e0ba697-e1dc-452b-989f-11655901edb1" providerId="AD" clId="Web-{857E11F3-F11C-6843-C73E-27677A40A984}" dt="2026-01-24T07:26:09.375" v="141"/>
          <ac:picMkLst>
            <pc:docMk/>
            <pc:sldMk cId="1138841112" sldId="286"/>
            <ac:picMk id="5" creationId="{BF314CEB-36A0-2FF5-7F53-C10C910CAB03}"/>
          </ac:picMkLst>
        </pc:picChg>
      </pc:sldChg>
      <pc:sldChg chg="new del">
        <pc:chgData name="Yogesh Raje" userId="S::yogesh@edunetfoundation.org::9e0ba697-e1dc-452b-989f-11655901edb1" providerId="AD" clId="Web-{857E11F3-F11C-6843-C73E-27677A40A984}" dt="2026-01-24T07:15:01.913" v="1"/>
        <pc:sldMkLst>
          <pc:docMk/>
          <pc:sldMk cId="859120622" sldId="287"/>
        </pc:sldMkLst>
      </pc:sldChg>
      <pc:sldChg chg="addSp delSp modSp add replId">
        <pc:chgData name="Yogesh Raje" userId="S::yogesh@edunetfoundation.org::9e0ba697-e1dc-452b-989f-11655901edb1" providerId="AD" clId="Web-{857E11F3-F11C-6843-C73E-27677A40A984}" dt="2026-01-24T07:25:42.405" v="131"/>
        <pc:sldMkLst>
          <pc:docMk/>
          <pc:sldMk cId="1034139590" sldId="287"/>
        </pc:sldMkLst>
        <pc:spChg chg="add mod">
          <ac:chgData name="Yogesh Raje" userId="S::yogesh@edunetfoundation.org::9e0ba697-e1dc-452b-989f-11655901edb1" providerId="AD" clId="Web-{857E11F3-F11C-6843-C73E-27677A40A984}" dt="2026-01-24T07:17:36.446" v="31" actId="20577"/>
          <ac:spMkLst>
            <pc:docMk/>
            <pc:sldMk cId="1034139590" sldId="287"/>
            <ac:spMk id="3" creationId="{0A9D9ED1-DFE2-2CB1-E07B-2D3C44A85C9C}"/>
          </ac:spMkLst>
        </pc:spChg>
        <pc:picChg chg="add">
          <ac:chgData name="Yogesh Raje" userId="S::yogesh@edunetfoundation.org::9e0ba697-e1dc-452b-989f-11655901edb1" providerId="AD" clId="Web-{857E11F3-F11C-6843-C73E-27677A40A984}" dt="2026-01-24T07:25:42.405" v="131"/>
          <ac:picMkLst>
            <pc:docMk/>
            <pc:sldMk cId="1034139590" sldId="287"/>
            <ac:picMk id="5" creationId="{B04F3E9D-0527-2FF2-E87C-9369E2B678CF}"/>
          </ac:picMkLst>
        </pc:picChg>
        <pc:picChg chg="del">
          <ac:chgData name="Yogesh Raje" userId="S::yogesh@edunetfoundation.org::9e0ba697-e1dc-452b-989f-11655901edb1" providerId="AD" clId="Web-{857E11F3-F11C-6843-C73E-27677A40A984}" dt="2026-01-24T07:15:22.335" v="3"/>
          <ac:picMkLst>
            <pc:docMk/>
            <pc:sldMk cId="1034139590" sldId="287"/>
            <ac:picMk id="115" creationId="{150CD634-CE32-8549-99F8-CA4675C2F439}"/>
          </ac:picMkLst>
        </pc:picChg>
      </pc:sldChg>
      <pc:sldChg chg="addSp modSp add replId">
        <pc:chgData name="Yogesh Raje" userId="S::yogesh@edunetfoundation.org::9e0ba697-e1dc-452b-989f-11655901edb1" providerId="AD" clId="Web-{857E11F3-F11C-6843-C73E-27677A40A984}" dt="2026-01-24T07:25:45.921" v="132"/>
        <pc:sldMkLst>
          <pc:docMk/>
          <pc:sldMk cId="4281176502" sldId="288"/>
        </pc:sldMkLst>
        <pc:spChg chg="mod">
          <ac:chgData name="Yogesh Raje" userId="S::yogesh@edunetfoundation.org::9e0ba697-e1dc-452b-989f-11655901edb1" providerId="AD" clId="Web-{857E11F3-F11C-6843-C73E-27677A40A984}" dt="2026-01-24T07:17:29.946" v="29" actId="20577"/>
          <ac:spMkLst>
            <pc:docMk/>
            <pc:sldMk cId="4281176502" sldId="288"/>
            <ac:spMk id="3" creationId="{F987C414-2D49-9E5D-A5D6-CF94524B9BE5}"/>
          </ac:spMkLst>
        </pc:spChg>
        <pc:picChg chg="add">
          <ac:chgData name="Yogesh Raje" userId="S::yogesh@edunetfoundation.org::9e0ba697-e1dc-452b-989f-11655901edb1" providerId="AD" clId="Web-{857E11F3-F11C-6843-C73E-27677A40A984}" dt="2026-01-24T07:25:45.921" v="132"/>
          <ac:picMkLst>
            <pc:docMk/>
            <pc:sldMk cId="4281176502" sldId="288"/>
            <ac:picMk id="5" creationId="{2899F497-8CBE-8DC8-B6F2-DCAEF5D36669}"/>
          </ac:picMkLst>
        </pc:picChg>
      </pc:sldChg>
      <pc:sldChg chg="modSp add replId">
        <pc:chgData name="Yogesh Raje" userId="S::yogesh@edunetfoundation.org::9e0ba697-e1dc-452b-989f-11655901edb1" providerId="AD" clId="Web-{857E11F3-F11C-6843-C73E-27677A40A984}" dt="2026-01-24T07:27:35.250" v="160" actId="20577"/>
        <pc:sldMkLst>
          <pc:docMk/>
          <pc:sldMk cId="200156314" sldId="289"/>
        </pc:sldMkLst>
        <pc:spChg chg="mod">
          <ac:chgData name="Yogesh Raje" userId="S::yogesh@edunetfoundation.org::9e0ba697-e1dc-452b-989f-11655901edb1" providerId="AD" clId="Web-{857E11F3-F11C-6843-C73E-27677A40A984}" dt="2026-01-24T07:27:02.859" v="148" actId="20577"/>
          <ac:spMkLst>
            <pc:docMk/>
            <pc:sldMk cId="200156314" sldId="289"/>
            <ac:spMk id="278" creationId="{7BDA5ADF-C9A0-CA5D-844A-6AC3872A0D8C}"/>
          </ac:spMkLst>
        </pc:spChg>
        <pc:spChg chg="mod">
          <ac:chgData name="Yogesh Raje" userId="S::yogesh@edunetfoundation.org::9e0ba697-e1dc-452b-989f-11655901edb1" providerId="AD" clId="Web-{857E11F3-F11C-6843-C73E-27677A40A984}" dt="2026-01-24T07:27:35.250" v="160" actId="20577"/>
          <ac:spMkLst>
            <pc:docMk/>
            <pc:sldMk cId="200156314" sldId="289"/>
            <ac:spMk id="279" creationId="{AF5AFD00-74FD-B439-5973-23933ABD88E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7EF10545-1A46-607A-9459-61E8362FA69E}"/>
            </a:ext>
          </a:extLst>
        </p:cNvPr>
        <p:cNvGrpSpPr/>
        <p:nvPr/>
      </p:nvGrpSpPr>
      <p:grpSpPr>
        <a:xfrm>
          <a:off x="0" y="0"/>
          <a:ext cx="0" cy="0"/>
          <a:chOff x="0" y="0"/>
          <a:chExt cx="0" cy="0"/>
        </a:xfrm>
      </p:grpSpPr>
      <p:sp>
        <p:nvSpPr>
          <p:cNvPr id="110" name="Google Shape;110;p4:notes">
            <a:extLst>
              <a:ext uri="{FF2B5EF4-FFF2-40B4-BE49-F238E27FC236}">
                <a16:creationId xmlns:a16="http://schemas.microsoft.com/office/drawing/2014/main" id="{5957A8EB-ADFD-B035-BD54-1E8A3CB366A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a:extLst>
              <a:ext uri="{FF2B5EF4-FFF2-40B4-BE49-F238E27FC236}">
                <a16:creationId xmlns:a16="http://schemas.microsoft.com/office/drawing/2014/main" id="{A20716EB-D155-31F5-DA5A-E1CD60F5E9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35538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F166C2B5-4668-A97F-2B37-43C42F227237}"/>
            </a:ext>
          </a:extLst>
        </p:cNvPr>
        <p:cNvGrpSpPr/>
        <p:nvPr/>
      </p:nvGrpSpPr>
      <p:grpSpPr>
        <a:xfrm>
          <a:off x="0" y="0"/>
          <a:ext cx="0" cy="0"/>
          <a:chOff x="0" y="0"/>
          <a:chExt cx="0" cy="0"/>
        </a:xfrm>
      </p:grpSpPr>
      <p:sp>
        <p:nvSpPr>
          <p:cNvPr id="110" name="Google Shape;110;p4:notes">
            <a:extLst>
              <a:ext uri="{FF2B5EF4-FFF2-40B4-BE49-F238E27FC236}">
                <a16:creationId xmlns:a16="http://schemas.microsoft.com/office/drawing/2014/main" id="{1DCE13D3-CED5-0A42-C57E-C51AFD2A625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a:extLst>
              <a:ext uri="{FF2B5EF4-FFF2-40B4-BE49-F238E27FC236}">
                <a16:creationId xmlns:a16="http://schemas.microsoft.com/office/drawing/2014/main" id="{A05A17E4-5523-52B1-27CC-3C34856185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644045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133DCD37-0C3F-12BB-708C-15A0BFB72AB6}"/>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B3D30803-6188-6E87-DDB6-6562A9E179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DC8AB23-C1B1-CB09-E0BB-C9AAC48979C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252247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A63A9C66-2952-903D-83F1-D9F7981B25E5}"/>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DC0C7460-0316-B69D-13B6-FF07EC57B3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0173EAB6-F44B-63ED-F869-2979BED7C5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713136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6D9BD954-16FD-FB57-C6A4-EB5D3F15F6B4}"/>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0F3489E1-7724-611B-4E81-BEA0792A2AD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D0D8B4C3-8B92-E26F-E1AC-2161B8338F1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130805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35F81AA1-D470-94B2-DBAC-B3997B8AE72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BF3C5CFF-BD30-3A5C-BD37-8285A5CF242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D3D9FE95-01C0-4EF5-0973-1DCBDDB3C7B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425096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6.jpe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slide" Target="slide16.xml"/><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hyperlink" Target="https://docs.langflow.org/" TargetMode="External"/><Relationship Id="rId7" Type="http://schemas.openxmlformats.org/officeDocument/2006/relationships/hyperlink" Target="https://www.scitepress.org/Papers/2024/124519/124519.pdf"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hyperlink" Target="https://openweathermap.org/api" TargetMode="External"/><Relationship Id="rId5" Type="http://schemas.openxmlformats.org/officeDocument/2006/relationships/hyperlink" Target="https://developers.google.com/maps/documentation/routes/traffic-opt" TargetMode="External"/><Relationship Id="rId4" Type="http://schemas.openxmlformats.org/officeDocument/2006/relationships/hyperlink" Target="https://docs.datastax.com/en/langflow/index.html"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a:xfrm>
            <a:off x="831850" y="581583"/>
            <a:ext cx="10515600" cy="2852737"/>
          </a:xfrm>
        </p:spPr>
        <p:txBody>
          <a:bodyPr>
            <a:normAutofit/>
          </a:bodyPr>
          <a:lstStyle/>
          <a:p>
            <a:pPr algn="ctr"/>
            <a:r>
              <a:rPr lang="en-US" dirty="0"/>
              <a:t>Agentic AI Hackathon: A System for Explainable Traffic Congestion Analysis</a:t>
            </a:r>
          </a:p>
        </p:txBody>
      </p:sp>
      <p:pic>
        <p:nvPicPr>
          <p:cNvPr id="4" name="Picture 3">
            <a:extLst>
              <a:ext uri="{FF2B5EF4-FFF2-40B4-BE49-F238E27FC236}">
                <a16:creationId xmlns:a16="http://schemas.microsoft.com/office/drawing/2014/main" id="{9270813B-BF9E-B61A-92D0-FA37C990652F}"/>
              </a:ext>
            </a:extLst>
          </p:cNvPr>
          <p:cNvPicPr>
            <a:picLocks noChangeAspect="1"/>
          </p:cNvPicPr>
          <p:nvPr/>
        </p:nvPicPr>
        <p:blipFill>
          <a:blip r:embed="rId2"/>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4" name="Google Shape;94;p2"/>
          <p:cNvSpPr txBox="1"/>
          <p:nvPr/>
        </p:nvSpPr>
        <p:spPr>
          <a:xfrm>
            <a:off x="2481943" y="1219200"/>
            <a:ext cx="7301728" cy="271306"/>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500"/>
              <a:buFont typeface="Times New Roman"/>
              <a:buNone/>
            </a:pPr>
            <a:r>
              <a:rPr lang="en-US" sz="3500" b="1" i="0" u="none" strike="noStrike" cap="none" dirty="0">
                <a:solidFill>
                  <a:srgbClr val="002060"/>
                </a:solidFill>
                <a:latin typeface="Times New Roman"/>
                <a:ea typeface="Times New Roman"/>
                <a:cs typeface="Times New Roman"/>
                <a:sym typeface="Times New Roman"/>
              </a:rPr>
              <a:t>Name of the team:  </a:t>
            </a:r>
            <a:r>
              <a:rPr lang="en-US" sz="3500" b="1" i="0" u="none" strike="noStrike" cap="none" dirty="0">
                <a:solidFill>
                  <a:srgbClr val="1F3864"/>
                </a:solidFill>
                <a:latin typeface="Times New Roman"/>
                <a:ea typeface="Times New Roman"/>
                <a:cs typeface="Times New Roman"/>
                <a:sym typeface="Times New Roman"/>
              </a:rPr>
              <a:t>SKYMINDS</a:t>
            </a:r>
            <a:r>
              <a:rPr lang="en-US" sz="3500" b="1" i="0" u="none" strike="noStrike" cap="none" dirty="0">
                <a:solidFill>
                  <a:srgbClr val="C00000"/>
                </a:solidFill>
                <a:latin typeface="Times New Roman"/>
                <a:ea typeface="Times New Roman"/>
                <a:cs typeface="Times New Roman"/>
                <a:sym typeface="Times New Roman"/>
              </a:rPr>
              <a:t> </a:t>
            </a:r>
            <a:r>
              <a:rPr lang="en-US" sz="3500" b="1" i="0" u="none" strike="noStrike" cap="none" dirty="0">
                <a:solidFill>
                  <a:srgbClr val="002060"/>
                </a:solidFill>
                <a:latin typeface="Times New Roman"/>
                <a:ea typeface="Times New Roman"/>
                <a:cs typeface="Times New Roman"/>
                <a:sym typeface="Times New Roman"/>
              </a:rPr>
              <a:t> </a:t>
            </a:r>
            <a:endParaRPr dirty="0"/>
          </a:p>
        </p:txBody>
      </p:sp>
      <p:sp>
        <p:nvSpPr>
          <p:cNvPr id="95" name="Google Shape;95;p2"/>
          <p:cNvSpPr txBox="1"/>
          <p:nvPr/>
        </p:nvSpPr>
        <p:spPr>
          <a:xfrm>
            <a:off x="2190457" y="1490505"/>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r>
              <a:rPr lang="en-US" sz="3200" b="1" i="0" u="none" strike="noStrike" cap="none" dirty="0">
                <a:solidFill>
                  <a:srgbClr val="002060"/>
                </a:solidFill>
                <a:latin typeface="Times New Roman"/>
                <a:ea typeface="Times New Roman"/>
                <a:cs typeface="Times New Roman"/>
                <a:sym typeface="Times New Roman"/>
              </a:rPr>
              <a:t>Details of Team members</a:t>
            </a: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409519672"/>
              </p:ext>
            </p:extLst>
          </p:nvPr>
        </p:nvGraphicFramePr>
        <p:xfrm>
          <a:off x="1596852" y="1942025"/>
          <a:ext cx="7230400" cy="4118535"/>
        </p:xfrm>
        <a:graphic>
          <a:graphicData uri="http://schemas.openxmlformats.org/drawingml/2006/table">
            <a:tbl>
              <a:tblPr>
                <a:noFill/>
                <a:tableStyleId>{0AAD8F4D-43EB-41E5-8A38-28AB6DFB1B60}</a:tableStyleId>
              </a:tblPr>
              <a:tblGrid>
                <a:gridCol w="1589125">
                  <a:extLst>
                    <a:ext uri="{9D8B030D-6E8A-4147-A177-3AD203B41FA5}">
                      <a16:colId xmlns:a16="http://schemas.microsoft.com/office/drawing/2014/main" val="20000"/>
                    </a:ext>
                  </a:extLst>
                </a:gridCol>
                <a:gridCol w="1880425">
                  <a:extLst>
                    <a:ext uri="{9D8B030D-6E8A-4147-A177-3AD203B41FA5}">
                      <a16:colId xmlns:a16="http://schemas.microsoft.com/office/drawing/2014/main" val="20002"/>
                    </a:ext>
                  </a:extLst>
                </a:gridCol>
                <a:gridCol w="1880425">
                  <a:extLst>
                    <a:ext uri="{9D8B030D-6E8A-4147-A177-3AD203B41FA5}">
                      <a16:colId xmlns:a16="http://schemas.microsoft.com/office/drawing/2014/main" val="20003"/>
                    </a:ext>
                  </a:extLst>
                </a:gridCol>
                <a:gridCol w="1880425">
                  <a:extLst>
                    <a:ext uri="{9D8B030D-6E8A-4147-A177-3AD203B41FA5}">
                      <a16:colId xmlns:a16="http://schemas.microsoft.com/office/drawing/2014/main" val="20004"/>
                    </a:ext>
                  </a:extLst>
                </a:gridCol>
              </a:tblGrid>
              <a:tr h="791500">
                <a:tc>
                  <a:txBody>
                    <a:bodyPr/>
                    <a:lstStyle/>
                    <a:p>
                      <a:pPr marL="0" marR="0" lvl="0" indent="0" algn="ctr" rtl="0">
                        <a:spcBef>
                          <a:spcPts val="0"/>
                        </a:spcBef>
                        <a:spcAft>
                          <a:spcPts val="0"/>
                        </a:spcAft>
                        <a:buNone/>
                      </a:pPr>
                      <a:r>
                        <a:rPr lang="en-US" sz="1800" u="none" strike="noStrike" cap="none"/>
                        <a:t>TEAM MEMBER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1" u="none" strike="noStrike" cap="none">
                          <a:solidFill>
                            <a:schemeClr val="lt1"/>
                          </a:solidFill>
                          <a:latin typeface="Calibri"/>
                          <a:ea typeface="Calibri"/>
                          <a:cs typeface="Calibri"/>
                          <a:sym typeface="Calibri"/>
                        </a:rPr>
                        <a:t>Email ID </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1" u="none" strike="noStrike" cap="none">
                          <a:solidFill>
                            <a:schemeClr val="lt1"/>
                          </a:solidFill>
                          <a:latin typeface="Calibri"/>
                          <a:ea typeface="Calibri"/>
                          <a:cs typeface="Calibri"/>
                          <a:sym typeface="Calibri"/>
                        </a:rPr>
                        <a:t>Phone number</a:t>
                      </a:r>
                      <a:endParaRPr/>
                    </a:p>
                    <a:p>
                      <a:pPr marL="0" marR="0" lvl="0" indent="0" algn="ctr" rtl="0">
                        <a:lnSpc>
                          <a:spcPct val="100000"/>
                        </a:lnSpc>
                        <a:spcBef>
                          <a:spcPts val="0"/>
                        </a:spcBef>
                        <a:spcAft>
                          <a:spcPts val="0"/>
                        </a:spcAft>
                        <a:buClr>
                          <a:schemeClr val="lt1"/>
                        </a:buClr>
                        <a:buSzPts val="1800"/>
                        <a:buFont typeface="Calibri"/>
                        <a:buNone/>
                      </a:pPr>
                      <a:r>
                        <a:rPr lang="en-US" sz="1800" b="1" u="none" strike="noStrike" cap="none">
                          <a:solidFill>
                            <a:schemeClr val="lt1"/>
                          </a:solidFill>
                          <a:latin typeface="Calibri"/>
                          <a:ea typeface="Calibri"/>
                          <a:cs typeface="Calibri"/>
                          <a:sym typeface="Calibri"/>
                        </a:rPr>
                        <a:t>[WhatsApp] </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970950">
                <a:tc>
                  <a:txBody>
                    <a:bodyPr/>
                    <a:lstStyle/>
                    <a:p>
                      <a:pPr marL="0" marR="0" lvl="0" indent="0" algn="l" rtl="0">
                        <a:spcBef>
                          <a:spcPts val="0"/>
                        </a:spcBef>
                        <a:spcAft>
                          <a:spcPts val="0"/>
                        </a:spcAft>
                        <a:buNone/>
                      </a:pPr>
                      <a:r>
                        <a:rPr lang="en-US" sz="1800" dirty="0"/>
                        <a:t>Avani Manoria</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1800" dirty="0"/>
                        <a:t>avanimanoria.@gmail.com</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1800" dirty="0"/>
                        <a:t>9109471971</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r h="1262225">
                <a:tc>
                  <a:txBody>
                    <a:bodyPr/>
                    <a:lstStyle/>
                    <a:p>
                      <a:pPr marL="0" marR="0" lvl="0" indent="0" algn="l" rtl="0">
                        <a:spcBef>
                          <a:spcPts val="0"/>
                        </a:spcBef>
                        <a:spcAft>
                          <a:spcPts val="0"/>
                        </a:spcAft>
                        <a:buNone/>
                      </a:pPr>
                      <a:r>
                        <a:rPr lang="en-US" sz="1800" dirty="0"/>
                        <a:t>Drithi Girish</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FF7"/>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9EFF7"/>
                    </a:solidFill>
                  </a:tcPr>
                </a:tc>
                <a:tc>
                  <a:txBody>
                    <a:bodyPr/>
                    <a:lstStyle/>
                    <a:p>
                      <a:pPr marL="0" marR="0" lvl="0" indent="0" algn="l" rtl="0">
                        <a:spcBef>
                          <a:spcPts val="0"/>
                        </a:spcBef>
                        <a:spcAft>
                          <a:spcPts val="0"/>
                        </a:spcAft>
                        <a:buNone/>
                      </a:pPr>
                      <a:r>
                        <a:rPr lang="en-US" sz="1800" dirty="0"/>
                        <a:t>drithi3107@gmail.com</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FF7"/>
                    </a:solidFill>
                  </a:tcPr>
                </a:tc>
                <a:tc>
                  <a:txBody>
                    <a:bodyPr/>
                    <a:lstStyle/>
                    <a:p>
                      <a:pPr marL="0" marR="0" lvl="0" indent="0" algn="l" rtl="0">
                        <a:spcBef>
                          <a:spcPts val="0"/>
                        </a:spcBef>
                        <a:spcAft>
                          <a:spcPts val="0"/>
                        </a:spcAft>
                        <a:buNone/>
                      </a:pPr>
                      <a:r>
                        <a:rPr lang="en-US" sz="1800" dirty="0"/>
                        <a:t>7760468929</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FF7"/>
                    </a:solidFill>
                  </a:tcPr>
                </a:tc>
                <a:extLst>
                  <a:ext uri="{0D108BD9-81ED-4DB2-BD59-A6C34878D82A}">
                    <a16:rowId xmlns:a16="http://schemas.microsoft.com/office/drawing/2014/main" val="10002"/>
                  </a:ext>
                </a:extLst>
              </a:tr>
              <a:tr h="970950">
                <a:tc>
                  <a:txBody>
                    <a:bodyPr/>
                    <a:lstStyle/>
                    <a:p>
                      <a:pPr marL="0" marR="0" lvl="0" indent="0" algn="l" rtl="0">
                        <a:spcBef>
                          <a:spcPts val="0"/>
                        </a:spcBef>
                        <a:spcAft>
                          <a:spcPts val="0"/>
                        </a:spcAft>
                        <a:buNone/>
                      </a:pPr>
                      <a:r>
                        <a:rPr lang="en-US" sz="1800" dirty="0"/>
                        <a:t>Pavithra Vijaykumar</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1800" dirty="0"/>
                        <a:t>vpavithra1129@gmail.com</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1800" dirty="0"/>
                        <a:t>8971120575</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3"/>
                  </a:ext>
                </a:extLst>
              </a:tr>
            </a:tbl>
          </a:graphicData>
        </a:graphic>
      </p:graphicFrame>
      <p:pic>
        <p:nvPicPr>
          <p:cNvPr id="4" name="Picture 3">
            <a:extLst>
              <a:ext uri="{FF2B5EF4-FFF2-40B4-BE49-F238E27FC236}">
                <a16:creationId xmlns:a16="http://schemas.microsoft.com/office/drawing/2014/main" id="{93071BE8-5070-42BA-3450-6F0039B8532C}"/>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5" name="Picture 4">
            <a:extLst>
              <a:ext uri="{FF2B5EF4-FFF2-40B4-BE49-F238E27FC236}">
                <a16:creationId xmlns:a16="http://schemas.microsoft.com/office/drawing/2014/main" id="{9A700B3E-506D-ACEE-5A2C-0739BC006DC1}"/>
              </a:ext>
            </a:extLst>
          </p:cNvPr>
          <p:cNvPicPr>
            <a:picLocks noChangeAspect="1"/>
          </p:cNvPicPr>
          <p:nvPr/>
        </p:nvPicPr>
        <p:blipFill>
          <a:blip r:embed="rId4"/>
          <a:srcRect l="9311" t="11903" r="7457" b="17643"/>
          <a:stretch>
            <a:fillRect/>
          </a:stretch>
        </p:blipFill>
        <p:spPr>
          <a:xfrm rot="5400000">
            <a:off x="3345577" y="4014560"/>
            <a:ext cx="1115157" cy="821619"/>
          </a:xfrm>
          <a:prstGeom prst="rect">
            <a:avLst/>
          </a:prstGeom>
        </p:spPr>
      </p:pic>
      <p:pic>
        <p:nvPicPr>
          <p:cNvPr id="7" name="Picture 6">
            <a:extLst>
              <a:ext uri="{FF2B5EF4-FFF2-40B4-BE49-F238E27FC236}">
                <a16:creationId xmlns:a16="http://schemas.microsoft.com/office/drawing/2014/main" id="{12501E4F-4CEE-A78A-7F96-3D1B29481A8A}"/>
              </a:ext>
            </a:extLst>
          </p:cNvPr>
          <p:cNvPicPr>
            <a:picLocks noChangeAspect="1"/>
          </p:cNvPicPr>
          <p:nvPr/>
        </p:nvPicPr>
        <p:blipFill>
          <a:blip r:embed="rId5"/>
          <a:stretch>
            <a:fillRect/>
          </a:stretch>
        </p:blipFill>
        <p:spPr>
          <a:xfrm>
            <a:off x="3492346" y="4926631"/>
            <a:ext cx="830098" cy="1115157"/>
          </a:xfrm>
          <a:prstGeom prst="rect">
            <a:avLst/>
          </a:prstGeom>
        </p:spPr>
      </p:pic>
      <p:pic>
        <p:nvPicPr>
          <p:cNvPr id="9" name="Picture 8">
            <a:extLst>
              <a:ext uri="{FF2B5EF4-FFF2-40B4-BE49-F238E27FC236}">
                <a16:creationId xmlns:a16="http://schemas.microsoft.com/office/drawing/2014/main" id="{3428B958-9ABB-39BC-7718-BECB773E5CAA}"/>
              </a:ext>
            </a:extLst>
          </p:cNvPr>
          <p:cNvPicPr>
            <a:picLocks noChangeAspect="1"/>
          </p:cNvPicPr>
          <p:nvPr/>
        </p:nvPicPr>
        <p:blipFill>
          <a:blip r:embed="rId6"/>
          <a:stretch>
            <a:fillRect/>
          </a:stretch>
        </p:blipFill>
        <p:spPr>
          <a:xfrm>
            <a:off x="3338785" y="2752633"/>
            <a:ext cx="994675" cy="111515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804671" y="1188720"/>
            <a:ext cx="7743335" cy="2246769"/>
          </a:xfrm>
          <a:prstGeom prst="rect">
            <a:avLst/>
          </a:prstGeom>
          <a:noFill/>
        </p:spPr>
        <p:txBody>
          <a:bodyPr wrap="square" rtlCol="0">
            <a:spAutoFit/>
          </a:bodyPr>
          <a:lstStyle/>
          <a:p>
            <a:pPr algn="just"/>
            <a:r>
              <a:rPr lang="en-US" dirty="0"/>
              <a:t>Modern traffic management systems can detect traffic congestion but often fail to explain the reasons behind it. Traffic operators usually receive congestion alerts without sufficient information about contributing factors such as traffic volume changes, peak hours, road incidents, or weather conditions. This lack of explainability reduces trust in AI-based systems and makes effective decision-making difficult.</a:t>
            </a:r>
          </a:p>
          <a:p>
            <a:pPr algn="just"/>
            <a:endParaRPr lang="en-US" dirty="0"/>
          </a:p>
          <a:p>
            <a:pPr algn="just"/>
            <a:r>
              <a:rPr lang="en-US" dirty="0"/>
              <a:t>Therefore, there is a need for an explainable, agent-based AI system that analyzes traffic data, identifies congestion causes, and provides clear, human-readable explanations using traffic engineering knowledge to improve transparency, trust, and usability in traffic congestion analysis.</a:t>
            </a:r>
            <a:endParaRPr lang="en-IN" dirty="0"/>
          </a:p>
        </p:txBody>
      </p:sp>
      <p:sp>
        <p:nvSpPr>
          <p:cNvPr id="3" name="TextBox 2">
            <a:extLst>
              <a:ext uri="{FF2B5EF4-FFF2-40B4-BE49-F238E27FC236}">
                <a16:creationId xmlns:a16="http://schemas.microsoft.com/office/drawing/2014/main" id="{9C57FE32-8AA8-E540-E0AA-C9737C71A0E2}"/>
              </a:ext>
            </a:extLst>
          </p:cNvPr>
          <p:cNvSpPr txBox="1"/>
          <p:nvPr/>
        </p:nvSpPr>
        <p:spPr>
          <a:xfrm>
            <a:off x="805056" y="447690"/>
            <a:ext cx="32268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Problem statement </a:t>
            </a:r>
          </a:p>
        </p:txBody>
      </p:sp>
      <p:pic>
        <p:nvPicPr>
          <p:cNvPr id="5" name="Picture 4">
            <a:extLst>
              <a:ext uri="{FF2B5EF4-FFF2-40B4-BE49-F238E27FC236}">
                <a16:creationId xmlns:a16="http://schemas.microsoft.com/office/drawing/2014/main" id="{E7A64CCA-ED49-69BC-3595-2C1CBD5E6D02}"/>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8" name="Google Shape;118;p4"/>
          <p:cNvSpPr/>
          <p:nvPr/>
        </p:nvSpPr>
        <p:spPr>
          <a:xfrm>
            <a:off x="324894" y="4502602"/>
            <a:ext cx="2328056" cy="188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8244C99C-C879-4B03-F7F7-7306F7D33083}"/>
              </a:ext>
            </a:extLst>
          </p:cNvPr>
          <p:cNvSpPr txBox="1"/>
          <p:nvPr/>
        </p:nvSpPr>
        <p:spPr>
          <a:xfrm>
            <a:off x="1005840" y="1584102"/>
            <a:ext cx="8013032" cy="3970318"/>
          </a:xfrm>
          <a:prstGeom prst="rect">
            <a:avLst/>
          </a:prstGeom>
          <a:noFill/>
        </p:spPr>
        <p:txBody>
          <a:bodyPr wrap="square" rtlCol="0">
            <a:spAutoFit/>
          </a:bodyPr>
          <a:lstStyle/>
          <a:p>
            <a:pPr algn="just"/>
            <a:r>
              <a:rPr lang="en-US" dirty="0"/>
              <a:t>We propose an Agentic AI-based explainable traffic congestion analysis system.</a:t>
            </a:r>
          </a:p>
          <a:p>
            <a:pPr algn="just"/>
            <a:endParaRPr lang="en-US" dirty="0"/>
          </a:p>
          <a:p>
            <a:pPr algn="just"/>
            <a:r>
              <a:rPr lang="en-US" dirty="0"/>
              <a:t> •The system uses multiple AI agents to analyze traffic data and identify congestion.</a:t>
            </a:r>
          </a:p>
          <a:p>
            <a:pPr algn="just"/>
            <a:endParaRPr lang="en-US" dirty="0"/>
          </a:p>
          <a:p>
            <a:pPr algn="just"/>
            <a:r>
              <a:rPr lang="en-US" dirty="0"/>
              <a:t>•A Traffic Data Analysis Agent detects congestion patterns from traffic volume, speed, and time.</a:t>
            </a:r>
          </a:p>
          <a:p>
            <a:pPr algn="just"/>
            <a:endParaRPr lang="en-US" dirty="0"/>
          </a:p>
          <a:p>
            <a:pPr algn="just"/>
            <a:r>
              <a:rPr lang="en-US" dirty="0"/>
              <a:t>•A Congestion Cause Analysis Agent identifies reasons such as peak hours, accidents, and weather.</a:t>
            </a:r>
          </a:p>
          <a:p>
            <a:pPr algn="just"/>
            <a:endParaRPr lang="en-US" dirty="0"/>
          </a:p>
          <a:p>
            <a:pPr algn="just"/>
            <a:r>
              <a:rPr lang="en-US" dirty="0"/>
              <a:t>•An Explainable Insight Assistant converts technical results into simple, human-readable explanations.</a:t>
            </a:r>
          </a:p>
          <a:p>
            <a:pPr algn="just"/>
            <a:endParaRPr lang="en-US" dirty="0"/>
          </a:p>
          <a:p>
            <a:pPr algn="just"/>
            <a:r>
              <a:rPr lang="en-US" dirty="0"/>
              <a:t>•The system is built using </a:t>
            </a:r>
            <a:r>
              <a:rPr lang="en-US" dirty="0" err="1"/>
              <a:t>LangFlow</a:t>
            </a:r>
            <a:r>
              <a:rPr lang="en-US" dirty="0"/>
              <a:t>, IBM Granite model, and RAG with traffic engineering knowledge.</a:t>
            </a:r>
          </a:p>
          <a:p>
            <a:pPr algn="just"/>
            <a:endParaRPr lang="en-US" dirty="0"/>
          </a:p>
          <a:p>
            <a:pPr algn="just"/>
            <a:r>
              <a:rPr lang="en-US" dirty="0"/>
              <a:t>•This approach improves transparency, trust, and decision-making for traffic operators.</a:t>
            </a:r>
            <a:endParaRPr lang="en-IN" dirty="0"/>
          </a:p>
          <a:p>
            <a:endParaRPr lang="en-US" dirty="0"/>
          </a:p>
          <a:p>
            <a:pPr algn="just"/>
            <a:r>
              <a:rPr lang="en-US" dirty="0"/>
              <a:t>	</a:t>
            </a:r>
            <a:endParaRPr lang="en-IN" dirty="0"/>
          </a:p>
        </p:txBody>
      </p:sp>
      <p:sp>
        <p:nvSpPr>
          <p:cNvPr id="3" name="TextBox 2">
            <a:extLst>
              <a:ext uri="{FF2B5EF4-FFF2-40B4-BE49-F238E27FC236}">
                <a16:creationId xmlns:a16="http://schemas.microsoft.com/office/drawing/2014/main" id="{2F548320-B634-92CD-C520-43B25557F859}"/>
              </a:ext>
            </a:extLst>
          </p:cNvPr>
          <p:cNvSpPr txBox="1"/>
          <p:nvPr/>
        </p:nvSpPr>
        <p:spPr>
          <a:xfrm>
            <a:off x="893255" y="741143"/>
            <a:ext cx="453919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Proposed solution </a:t>
            </a:r>
          </a:p>
        </p:txBody>
      </p:sp>
      <p:pic>
        <p:nvPicPr>
          <p:cNvPr id="5" name="Picture 4">
            <a:extLst>
              <a:ext uri="{FF2B5EF4-FFF2-40B4-BE49-F238E27FC236}">
                <a16:creationId xmlns:a16="http://schemas.microsoft.com/office/drawing/2014/main" id="{68EE1157-422B-2DEC-F7BF-0A06B973C983}"/>
              </a:ext>
            </a:extLst>
          </p:cNvPr>
          <p:cNvPicPr>
            <a:picLocks noChangeAspect="1"/>
          </p:cNvPicPr>
          <p:nvPr/>
        </p:nvPicPr>
        <p:blipFill>
          <a:blip r:embed="rId3"/>
          <a:stretch>
            <a:fillRect/>
          </a:stretch>
        </p:blipFill>
        <p:spPr>
          <a:xfrm>
            <a:off x="335797" y="6315517"/>
            <a:ext cx="11520407" cy="31005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A01B5799-6C2E-7FE4-A2C6-734DB0499C95}"/>
            </a:ext>
          </a:extLst>
        </p:cNvPr>
        <p:cNvGrpSpPr/>
        <p:nvPr/>
      </p:nvGrpSpPr>
      <p:grpSpPr>
        <a:xfrm>
          <a:off x="0" y="0"/>
          <a:ext cx="0" cy="0"/>
          <a:chOff x="0" y="0"/>
          <a:chExt cx="0" cy="0"/>
        </a:xfrm>
      </p:grpSpPr>
      <p:sp>
        <p:nvSpPr>
          <p:cNvPr id="118" name="Google Shape;118;p4">
            <a:extLst>
              <a:ext uri="{FF2B5EF4-FFF2-40B4-BE49-F238E27FC236}">
                <a16:creationId xmlns:a16="http://schemas.microsoft.com/office/drawing/2014/main" id="{4CB905EF-62C2-FD1F-CE05-FBD2CBBD3921}"/>
              </a:ext>
            </a:extLst>
          </p:cNvPr>
          <p:cNvSpPr/>
          <p:nvPr/>
        </p:nvSpPr>
        <p:spPr>
          <a:xfrm>
            <a:off x="324894" y="4502602"/>
            <a:ext cx="2328056" cy="188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D6526727-ECCC-12A7-1A74-4C72030B01EA}"/>
              </a:ext>
            </a:extLst>
          </p:cNvPr>
          <p:cNvSpPr txBox="1"/>
          <p:nvPr/>
        </p:nvSpPr>
        <p:spPr>
          <a:xfrm>
            <a:off x="1005840" y="1584102"/>
            <a:ext cx="7117882" cy="1600438"/>
          </a:xfrm>
          <a:prstGeom prst="rect">
            <a:avLst/>
          </a:prstGeom>
          <a:noFill/>
        </p:spPr>
        <p:txBody>
          <a:bodyPr wrap="square" rtlCol="0">
            <a:spAutoFit/>
          </a:bodyPr>
          <a:lstStyle/>
          <a:p>
            <a:pPr algn="just"/>
            <a:r>
              <a:rPr lang="en-US" dirty="0"/>
              <a:t>•Existing traffic systems detect congestion but do not explain the causes</a:t>
            </a:r>
          </a:p>
          <a:p>
            <a:pPr algn="just"/>
            <a:r>
              <a:rPr lang="en-US" dirty="0"/>
              <a:t>	</a:t>
            </a:r>
          </a:p>
          <a:p>
            <a:pPr algn="just"/>
            <a:r>
              <a:rPr lang="en-US" dirty="0"/>
              <a:t>•Lack of explanation reduces trust and effective decision-making</a:t>
            </a:r>
          </a:p>
          <a:p>
            <a:pPr algn="just"/>
            <a:r>
              <a:rPr lang="en-US" dirty="0"/>
              <a:t>	</a:t>
            </a:r>
          </a:p>
          <a:p>
            <a:pPr algn="just"/>
            <a:r>
              <a:rPr lang="en-US" dirty="0"/>
              <a:t>•Traffic operators need clear, understandable insights, not just alerts</a:t>
            </a:r>
          </a:p>
          <a:p>
            <a:pPr algn="just"/>
            <a:r>
              <a:rPr lang="en-US" dirty="0"/>
              <a:t>	</a:t>
            </a:r>
          </a:p>
          <a:p>
            <a:pPr algn="just"/>
            <a:r>
              <a:rPr lang="en-US" dirty="0"/>
              <a:t>•An explainable AI system helps analyze, explain, and manage congestion better</a:t>
            </a:r>
            <a:endParaRPr lang="en-IN" dirty="0"/>
          </a:p>
        </p:txBody>
      </p:sp>
      <p:sp>
        <p:nvSpPr>
          <p:cNvPr id="3" name="TextBox 2">
            <a:extLst>
              <a:ext uri="{FF2B5EF4-FFF2-40B4-BE49-F238E27FC236}">
                <a16:creationId xmlns:a16="http://schemas.microsoft.com/office/drawing/2014/main" id="{0A9D9ED1-DFE2-2CB1-E07B-2D3C44A85C9C}"/>
              </a:ext>
            </a:extLst>
          </p:cNvPr>
          <p:cNvSpPr txBox="1"/>
          <p:nvPr/>
        </p:nvSpPr>
        <p:spPr>
          <a:xfrm>
            <a:off x="1034441" y="524940"/>
            <a:ext cx="549643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Need of project </a:t>
            </a:r>
          </a:p>
        </p:txBody>
      </p:sp>
      <p:pic>
        <p:nvPicPr>
          <p:cNvPr id="5" name="Picture 4">
            <a:extLst>
              <a:ext uri="{FF2B5EF4-FFF2-40B4-BE49-F238E27FC236}">
                <a16:creationId xmlns:a16="http://schemas.microsoft.com/office/drawing/2014/main" id="{B04F3E9D-0527-2FF2-E87C-9369E2B678CF}"/>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10341395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1D21EE38-4FEA-9D7F-68F1-831EDFE1FCF2}"/>
            </a:ext>
          </a:extLst>
        </p:cNvPr>
        <p:cNvGrpSpPr/>
        <p:nvPr/>
      </p:nvGrpSpPr>
      <p:grpSpPr>
        <a:xfrm>
          <a:off x="0" y="0"/>
          <a:ext cx="0" cy="0"/>
          <a:chOff x="0" y="0"/>
          <a:chExt cx="0" cy="0"/>
        </a:xfrm>
      </p:grpSpPr>
      <p:sp>
        <p:nvSpPr>
          <p:cNvPr id="118" name="Google Shape;118;p4">
            <a:extLst>
              <a:ext uri="{FF2B5EF4-FFF2-40B4-BE49-F238E27FC236}">
                <a16:creationId xmlns:a16="http://schemas.microsoft.com/office/drawing/2014/main" id="{68C1E71E-9159-FD3B-73D2-CC7380E7CB93}"/>
              </a:ext>
            </a:extLst>
          </p:cNvPr>
          <p:cNvSpPr/>
          <p:nvPr/>
        </p:nvSpPr>
        <p:spPr>
          <a:xfrm>
            <a:off x="324894" y="4502602"/>
            <a:ext cx="2328056" cy="188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081273CA-7EF7-F715-EF93-66F231F3ABD1}"/>
              </a:ext>
            </a:extLst>
          </p:cNvPr>
          <p:cNvSpPr txBox="1"/>
          <p:nvPr/>
        </p:nvSpPr>
        <p:spPr>
          <a:xfrm>
            <a:off x="1005840" y="1584102"/>
            <a:ext cx="10268712" cy="1600438"/>
          </a:xfrm>
          <a:prstGeom prst="rect">
            <a:avLst/>
          </a:prstGeom>
          <a:noFill/>
        </p:spPr>
        <p:txBody>
          <a:bodyPr wrap="square" rtlCol="0">
            <a:spAutoFit/>
          </a:bodyPr>
          <a:lstStyle/>
          <a:p>
            <a:pPr marL="285750" indent="-285750">
              <a:buFont typeface="Arial" panose="020B0604020202020204" pitchFamily="34" charset="0"/>
              <a:buChar char="•"/>
            </a:pPr>
            <a:r>
              <a:rPr lang="en-US" dirty="0"/>
              <a:t>Traffic control and traffic management authorities</a:t>
            </a:r>
          </a:p>
          <a:p>
            <a:r>
              <a:rPr lang="en-US" dirty="0"/>
              <a:t>	</a:t>
            </a:r>
          </a:p>
          <a:p>
            <a:pPr marL="285750" indent="-285750">
              <a:buFont typeface="Arial" panose="020B0604020202020204" pitchFamily="34" charset="0"/>
              <a:buChar char="•"/>
            </a:pPr>
            <a:r>
              <a:rPr lang="en-US" dirty="0"/>
              <a:t>Smart city transportation departments</a:t>
            </a:r>
          </a:p>
          <a:p>
            <a:r>
              <a:rPr lang="en-US" dirty="0"/>
              <a:t>	</a:t>
            </a:r>
          </a:p>
          <a:p>
            <a:pPr marL="285750" indent="-285750">
              <a:buFont typeface="Arial" panose="020B0604020202020204" pitchFamily="34" charset="0"/>
              <a:buChar char="•"/>
            </a:pPr>
            <a:r>
              <a:rPr lang="en-US" dirty="0"/>
              <a:t>Urban planners and road safety officials	</a:t>
            </a:r>
          </a:p>
          <a:p>
            <a:endParaRPr lang="en-US" dirty="0"/>
          </a:p>
          <a:p>
            <a:pPr marL="285750" indent="-285750">
              <a:buFont typeface="Arial" panose="020B0604020202020204" pitchFamily="34" charset="0"/>
              <a:buChar char="•"/>
            </a:pPr>
            <a:r>
              <a:rPr lang="en-US" dirty="0"/>
              <a:t>Traffic monitoring and control centers</a:t>
            </a:r>
            <a:endParaRPr lang="en-IN" dirty="0"/>
          </a:p>
        </p:txBody>
      </p:sp>
      <p:sp>
        <p:nvSpPr>
          <p:cNvPr id="3" name="TextBox 2">
            <a:extLst>
              <a:ext uri="{FF2B5EF4-FFF2-40B4-BE49-F238E27FC236}">
                <a16:creationId xmlns:a16="http://schemas.microsoft.com/office/drawing/2014/main" id="{F987C414-2D49-9E5D-A5D6-CF94524B9BE5}"/>
              </a:ext>
            </a:extLst>
          </p:cNvPr>
          <p:cNvSpPr txBox="1"/>
          <p:nvPr/>
        </p:nvSpPr>
        <p:spPr>
          <a:xfrm>
            <a:off x="1034441" y="524940"/>
            <a:ext cx="549643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End user of project</a:t>
            </a:r>
            <a:endParaRPr lang="en-US" sz="2400" dirty="0"/>
          </a:p>
        </p:txBody>
      </p:sp>
      <p:pic>
        <p:nvPicPr>
          <p:cNvPr id="5" name="Picture 4">
            <a:extLst>
              <a:ext uri="{FF2B5EF4-FFF2-40B4-BE49-F238E27FC236}">
                <a16:creationId xmlns:a16="http://schemas.microsoft.com/office/drawing/2014/main" id="{2899F497-8CBE-8DC8-B6F2-DCAEF5D36669}"/>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42811765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4678204"/>
          </a:xfrm>
          <a:prstGeom prst="rect">
            <a:avLst/>
          </a:prstGeom>
          <a:noFill/>
        </p:spPr>
        <p:txBody>
          <a:bodyPr wrap="square" rtlCol="0">
            <a:spAutoFit/>
          </a:bodyPr>
          <a:lstStyle/>
          <a:p>
            <a:pPr marL="285750" indent="-285750">
              <a:buFont typeface="Arial" panose="020B0604020202020204" pitchFamily="34" charset="0"/>
              <a:buChar char="•"/>
            </a:pPr>
            <a:r>
              <a:rPr lang="en-US" sz="1800" dirty="0" err="1"/>
              <a:t>Langflow</a:t>
            </a:r>
            <a:r>
              <a:rPr lang="en-US" sz="1800" dirty="0"/>
              <a:t> platform</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err="1"/>
              <a:t>Langflow</a:t>
            </a:r>
            <a:r>
              <a:rPr lang="en-US" sz="1800" dirty="0"/>
              <a:t> component name –  Agent  , Chat input , Chat output </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IBM </a:t>
            </a:r>
            <a:r>
              <a:rPr lang="en-US" sz="1800" dirty="0" err="1"/>
              <a:t>Grainte</a:t>
            </a:r>
            <a:r>
              <a:rPr lang="en-US" sz="1800" dirty="0"/>
              <a:t> model -  for </a:t>
            </a:r>
            <a:r>
              <a:rPr lang="en-US" sz="1800" dirty="0" err="1"/>
              <a:t>eg</a:t>
            </a:r>
            <a:r>
              <a:rPr lang="en-US" sz="1800" dirty="0"/>
              <a:t> – ibm-granite-3-2-8b   </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IBM Cloud</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RAG </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IBM Watsonx.ai</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err="1"/>
              <a:t>Watsonx</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pic>
        <p:nvPicPr>
          <p:cNvPr id="5" name="Picture 4">
            <a:extLst>
              <a:ext uri="{FF2B5EF4-FFF2-40B4-BE49-F238E27FC236}">
                <a16:creationId xmlns:a16="http://schemas.microsoft.com/office/drawing/2014/main" id="{BD72C005-E1BD-D1EA-4A68-50937DBCE5A8}"/>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37644058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1218724" y="475593"/>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Novelty and Uniqueness</a:t>
            </a:r>
            <a:endParaRPr sz="3500" b="1" i="0" u="none" strike="noStrike" cap="none" dirty="0">
              <a:solidFill>
                <a:srgbClr val="000000"/>
              </a:solidFill>
              <a:latin typeface="Times New Roman"/>
              <a:ea typeface="Times New Roman"/>
              <a:cs typeface="Times New Roman"/>
              <a:sym typeface="Times New Roman"/>
            </a:endParaRPr>
          </a:p>
        </p:txBody>
      </p:sp>
      <p:sp>
        <p:nvSpPr>
          <p:cNvPr id="281" name="Google Shape;281;p18"/>
          <p:cNvSpPr/>
          <p:nvPr/>
        </p:nvSpPr>
        <p:spPr>
          <a:xfrm>
            <a:off x="1218724" y="1565292"/>
            <a:ext cx="9388316" cy="4364542"/>
          </a:xfrm>
          <a:prstGeom prst="rect">
            <a:avLst/>
          </a:prstGeom>
          <a:noFill/>
          <a:ln>
            <a:noFill/>
          </a:ln>
        </p:spPr>
        <p:txBody>
          <a:bodyPr spcFirstLastPara="1" wrap="square" lIns="0" tIns="0" rIns="0" bIns="0" anchor="t" anchorCtr="0">
            <a:noAutofit/>
          </a:bodyPr>
          <a:lstStyle/>
          <a:p>
            <a:r>
              <a:rPr lang="en-IN" dirty="0"/>
              <a:t>Multi-agent AI system with Traffic Data Analyzer → Congestion Cause Analyzer → Explainable Insight Assistant</a:t>
            </a:r>
          </a:p>
          <a:p>
            <a:endParaRPr lang="en-IN" dirty="0"/>
          </a:p>
          <a:p>
            <a:r>
              <a:rPr lang="en-IN" dirty="0"/>
              <a:t>Explainable congestion analysis — not just detection, but WHY congestion occurs with human-readable reasoning</a:t>
            </a:r>
          </a:p>
          <a:p>
            <a:endParaRPr lang="en-IN" dirty="0"/>
          </a:p>
          <a:p>
            <a:r>
              <a:rPr lang="en-IN" dirty="0"/>
              <a:t>Multi-factor data integration — vehicle count, speed, weather, peak hours, incidents, and signal timing</a:t>
            </a:r>
          </a:p>
          <a:p>
            <a:endParaRPr lang="en-IN" dirty="0"/>
          </a:p>
          <a:p>
            <a:r>
              <a:rPr lang="en-IN" dirty="0"/>
              <a:t>IBM Granite-powered trust — bias-free, regulation-compliant, hallucination-free recommendations</a:t>
            </a:r>
          </a:p>
          <a:p>
            <a:endParaRPr lang="en-IN" dirty="0"/>
          </a:p>
          <a:p>
            <a:r>
              <a:rPr lang="en-IN" dirty="0"/>
              <a:t>RAG-enhanced intelligence — grounded in traffic management guidelines and policy documents</a:t>
            </a:r>
          </a:p>
          <a:p>
            <a:endParaRPr lang="en-IN" dirty="0"/>
          </a:p>
          <a:p>
            <a:r>
              <a:rPr lang="en-IN" dirty="0"/>
              <a:t>Weather-correlated patterns — </a:t>
            </a:r>
            <a:r>
              <a:rPr lang="en-IN" dirty="0" err="1"/>
              <a:t>analyzes</a:t>
            </a:r>
            <a:r>
              <a:rPr lang="en-IN" dirty="0"/>
              <a:t> clear, rainy, and foggy conditions' impact on traffic</a:t>
            </a:r>
          </a:p>
          <a:p>
            <a:endParaRPr lang="en-IN" dirty="0"/>
          </a:p>
          <a:p>
            <a:r>
              <a:rPr lang="en-IN" dirty="0"/>
              <a:t>Historical pattern learning — identifies recurring trends and anomalies for predictive planning</a:t>
            </a:r>
          </a:p>
          <a:p>
            <a:endParaRPr lang="en-IN" dirty="0"/>
          </a:p>
          <a:p>
            <a:r>
              <a:rPr lang="en-IN" dirty="0"/>
              <a:t>Visual no-code development — </a:t>
            </a:r>
            <a:r>
              <a:rPr lang="en-IN" dirty="0" err="1"/>
              <a:t>LangFlow</a:t>
            </a:r>
            <a:r>
              <a:rPr lang="en-IN" dirty="0"/>
              <a:t> platform ensures transparency and easy modification</a:t>
            </a:r>
          </a:p>
          <a:p>
            <a:endParaRPr lang="en-IN" dirty="0"/>
          </a:p>
          <a:p>
            <a:r>
              <a:rPr lang="en-IN" dirty="0"/>
              <a:t>Scalable corridor-based architecture — ready for multi-corridor, city-wide deployment</a:t>
            </a:r>
          </a:p>
        </p:txBody>
      </p:sp>
      <p:pic>
        <p:nvPicPr>
          <p:cNvPr id="3" name="Picture 2">
            <a:extLst>
              <a:ext uri="{FF2B5EF4-FFF2-40B4-BE49-F238E27FC236}">
                <a16:creationId xmlns:a16="http://schemas.microsoft.com/office/drawing/2014/main" id="{676BD740-4294-408A-9014-7C75E9F50954}"/>
              </a:ext>
            </a:extLst>
          </p:cNvPr>
          <p:cNvPicPr>
            <a:picLocks noChangeAspect="1"/>
          </p:cNvPicPr>
          <p:nvPr/>
        </p:nvPicPr>
        <p:blipFill>
          <a:blip r:embed="rId3"/>
          <a:stretch>
            <a:fillRect/>
          </a:stretch>
        </p:blipFill>
        <p:spPr>
          <a:xfrm>
            <a:off x="335797" y="6315517"/>
            <a:ext cx="11520407" cy="31005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178" name="Google Shape;178;p7"/>
          <p:cNvPicPr preferRelativeResize="0"/>
          <p:nvPr/>
        </p:nvPicPr>
        <p:blipFill rotWithShape="1">
          <a:blip r:embed="rId3">
            <a:alphaModFix/>
          </a:blip>
          <a:srcRect/>
          <a:stretch/>
        </p:blipFill>
        <p:spPr>
          <a:xfrm>
            <a:off x="1390555" y="1093113"/>
            <a:ext cx="8804051" cy="4704125"/>
          </a:xfrm>
          <a:prstGeom prst="rect">
            <a:avLst/>
          </a:prstGeom>
          <a:noFill/>
          <a:ln>
            <a:noFill/>
          </a:ln>
        </p:spPr>
      </p:pic>
      <p:sp>
        <p:nvSpPr>
          <p:cNvPr id="179" name="Google Shape;179;p7"/>
          <p:cNvSpPr txBox="1"/>
          <p:nvPr/>
        </p:nvSpPr>
        <p:spPr>
          <a:xfrm>
            <a:off x="1003545" y="364352"/>
            <a:ext cx="8207828" cy="461624"/>
          </a:xfrm>
          <a:prstGeom prst="rect">
            <a:avLst/>
          </a:prstGeom>
          <a:noFill/>
          <a:ln>
            <a:noFill/>
          </a:ln>
        </p:spPr>
        <p:txBody>
          <a:bodyPr spcFirstLastPara="1" wrap="square" lIns="91425" tIns="45700" rIns="91425" bIns="45700" anchor="t" anchorCtr="0">
            <a:spAutoFit/>
          </a:bodyPr>
          <a:lstStyle/>
          <a:p>
            <a:pPr algn="ctr"/>
            <a:r>
              <a:rPr lang="en-US" sz="2400" b="1" dirty="0">
                <a:solidFill>
                  <a:schemeClr val="dk1"/>
                </a:solidFill>
                <a:ea typeface="Calibri"/>
                <a:cs typeface="Calibri"/>
                <a:sym typeface="Calibri"/>
              </a:rPr>
              <a:t>Technical flow diagram - Architecture</a:t>
            </a:r>
            <a:r>
              <a:rPr lang="en-US" sz="2400" b="1" i="0" u="none" strike="noStrike" cap="none" dirty="0">
                <a:solidFill>
                  <a:schemeClr val="dk1"/>
                </a:solidFill>
                <a:ea typeface="Calibri"/>
                <a:cs typeface="Calibri"/>
                <a:sym typeface="Calibri"/>
              </a:rPr>
              <a:t> blueprint</a:t>
            </a:r>
            <a:endParaRPr lang="en-US" sz="2400" b="1">
              <a:solidFill>
                <a:schemeClr val="dk1"/>
              </a:solidFill>
            </a:endParaRPr>
          </a:p>
        </p:txBody>
      </p:sp>
      <p:pic>
        <p:nvPicPr>
          <p:cNvPr id="3" name="Picture 2">
            <a:extLst>
              <a:ext uri="{FF2B5EF4-FFF2-40B4-BE49-F238E27FC236}">
                <a16:creationId xmlns:a16="http://schemas.microsoft.com/office/drawing/2014/main" id="{13F004CF-732B-B365-E320-17AD7B82A8D0}"/>
              </a:ext>
            </a:extLst>
          </p:cNvPr>
          <p:cNvPicPr>
            <a:picLocks noChangeAspect="1"/>
          </p:cNvPicPr>
          <p:nvPr/>
        </p:nvPicPr>
        <p:blipFill>
          <a:blip r:embed="rId4"/>
          <a:stretch>
            <a:fillRect/>
          </a:stretch>
        </p:blipFill>
        <p:spPr>
          <a:xfrm>
            <a:off x="335797" y="6315517"/>
            <a:ext cx="11520407" cy="310052"/>
          </a:xfrm>
          <a:prstGeom prst="rect">
            <a:avLst/>
          </a:prstGeom>
        </p:spPr>
      </p:pic>
      <p:pic>
        <p:nvPicPr>
          <p:cNvPr id="4" name="Picture 3">
            <a:extLst>
              <a:ext uri="{FF2B5EF4-FFF2-40B4-BE49-F238E27FC236}">
                <a16:creationId xmlns:a16="http://schemas.microsoft.com/office/drawing/2014/main" id="{32C492EC-7E19-3FA7-6F2A-685648363303}"/>
              </a:ext>
            </a:extLst>
          </p:cNvPr>
          <p:cNvPicPr>
            <a:picLocks noChangeAspect="1"/>
          </p:cNvPicPr>
          <p:nvPr/>
        </p:nvPicPr>
        <p:blipFill>
          <a:blip r:embed="rId5"/>
          <a:stretch>
            <a:fillRect/>
          </a:stretch>
        </p:blipFill>
        <p:spPr>
          <a:xfrm>
            <a:off x="1003545" y="0"/>
            <a:ext cx="9670529" cy="644702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720411" y="531715"/>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dirty="0" err="1">
                <a:solidFill>
                  <a:srgbClr val="051D3A"/>
                </a:solidFill>
                <a:ea typeface="Times New Roman"/>
                <a:cs typeface="Times New Roman"/>
                <a:sym typeface="Times New Roman"/>
              </a:rPr>
              <a:t>Langflow</a:t>
            </a:r>
            <a:r>
              <a:rPr lang="en-US" sz="2400" b="1" i="0" u="none" strike="noStrike" cap="none" dirty="0">
                <a:solidFill>
                  <a:srgbClr val="051D3A"/>
                </a:solidFill>
                <a:ea typeface="Times New Roman"/>
                <a:cs typeface="Times New Roman"/>
                <a:sym typeface="Times New Roman"/>
              </a:rPr>
              <a:t> component Used </a:t>
            </a:r>
            <a:endParaRPr lang="en-US" sz="2400" b="1" i="0" u="none" strike="noStrike" cap="none" dirty="0">
              <a:solidFill>
                <a:srgbClr val="000000"/>
              </a:solidFill>
              <a:ea typeface="Times New Roman"/>
              <a:cs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715803" y="1250197"/>
            <a:ext cx="10313931" cy="6001643"/>
          </a:xfrm>
          <a:prstGeom prst="rect">
            <a:avLst/>
          </a:prstGeom>
          <a:noFill/>
        </p:spPr>
        <p:txBody>
          <a:bodyPr wrap="square" numCol="2" spcCol="36000" rtlCol="0">
            <a:spAutoFit/>
          </a:bodyPr>
          <a:lstStyle/>
          <a:p>
            <a:r>
              <a:rPr lang="en-US" sz="1200" dirty="0"/>
              <a:t>1) Chat Input</a:t>
            </a:r>
          </a:p>
          <a:p>
            <a:r>
              <a:rPr lang="en-US" sz="1200" dirty="0"/>
              <a:t>Receives user traffic queries from Playground</a:t>
            </a:r>
          </a:p>
          <a:p>
            <a:r>
              <a:rPr lang="en-US" sz="1200" dirty="0"/>
              <a:t>Entry point for natural language questions like "Why congestion at S4 during 8 AM?“</a:t>
            </a:r>
          </a:p>
          <a:p>
            <a:endParaRPr lang="en-US" sz="1200" dirty="0"/>
          </a:p>
          <a:p>
            <a:r>
              <a:rPr lang="en-US" sz="1200" dirty="0"/>
              <a:t>2) IBM watsonx.AI</a:t>
            </a:r>
          </a:p>
          <a:p>
            <a:r>
              <a:rPr lang="en-US" sz="1200" dirty="0"/>
              <a:t>Provides Granite 3-8B-Instruct model (8 billion parameters)</a:t>
            </a:r>
          </a:p>
          <a:p>
            <a:r>
              <a:rPr lang="en-US" sz="1200" dirty="0"/>
              <a:t>Configured with IBM Cloud API credentials</a:t>
            </a:r>
          </a:p>
          <a:p>
            <a:r>
              <a:rPr lang="en-US" sz="1200" dirty="0"/>
              <a:t>Powers all three agents with language understanding capabilities</a:t>
            </a:r>
          </a:p>
          <a:p>
            <a:endParaRPr lang="en-US" sz="1200" dirty="0"/>
          </a:p>
          <a:p>
            <a:r>
              <a:rPr lang="en-US" sz="1200" dirty="0"/>
              <a:t>3) Agent: Traffic Data Analyzer</a:t>
            </a:r>
          </a:p>
          <a:p>
            <a:r>
              <a:rPr lang="en-US" sz="1200" dirty="0"/>
              <a:t>Calls </a:t>
            </a:r>
            <a:r>
              <a:rPr lang="en-US" sz="1200" dirty="0" err="1"/>
              <a:t>get_corridor_summary</a:t>
            </a:r>
            <a:r>
              <a:rPr lang="en-US" sz="1200" dirty="0"/>
              <a:t> tool to read CSV data</a:t>
            </a:r>
          </a:p>
          <a:p>
            <a:r>
              <a:rPr lang="en-US" sz="1200" dirty="0"/>
              <a:t>Synthesizes traffic metrics: vehicle counts, speeds, signal timings</a:t>
            </a:r>
          </a:p>
          <a:p>
            <a:r>
              <a:rPr lang="en-US" sz="1200" dirty="0"/>
              <a:t>Outputs: Aggregated data summary to next agent</a:t>
            </a:r>
          </a:p>
          <a:p>
            <a:endParaRPr lang="en-IN" sz="1200" dirty="0"/>
          </a:p>
          <a:p>
            <a:r>
              <a:rPr lang="en-IN" sz="1200" dirty="0"/>
              <a:t>4) Agent: Congestion Cause Analyzer</a:t>
            </a:r>
          </a:p>
          <a:p>
            <a:r>
              <a:rPr lang="en-IN" sz="1200" dirty="0"/>
              <a:t>Applies priority-based detection: Incidents → Weather → Demand → Signal → Bottleneck</a:t>
            </a:r>
          </a:p>
          <a:p>
            <a:r>
              <a:rPr lang="en-IN" sz="1200" dirty="0"/>
              <a:t>Identifies PRIMARY cause with evidence</a:t>
            </a:r>
          </a:p>
          <a:p>
            <a:r>
              <a:rPr lang="en-IN" sz="1200" dirty="0"/>
              <a:t>Outputs: Cause category and supporting metrics</a:t>
            </a:r>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r>
              <a:rPr lang="en-US" sz="1200" dirty="0"/>
              <a:t>5) Agent: Explainable Insight Assistant</a:t>
            </a:r>
          </a:p>
          <a:p>
            <a:r>
              <a:rPr lang="en-US" sz="1200" dirty="0"/>
              <a:t>Generates human-readable explanations using 9-category knowledge framework</a:t>
            </a:r>
          </a:p>
          <a:p>
            <a:r>
              <a:rPr lang="en-US" sz="1200" dirty="0"/>
              <a:t>Includes LOS theory, case studies (Stockholm, London, Singapore)</a:t>
            </a:r>
          </a:p>
          <a:p>
            <a:r>
              <a:rPr lang="en-US" sz="1200" dirty="0"/>
              <a:t>Outputs: Detailed explanation with recommendations</a:t>
            </a:r>
          </a:p>
          <a:p>
            <a:endParaRPr lang="en-IN" sz="1200" dirty="0"/>
          </a:p>
          <a:p>
            <a:r>
              <a:rPr lang="en-IN" sz="1200" dirty="0"/>
              <a:t>6) Python Interpreter (Tool Mode)</a:t>
            </a:r>
          </a:p>
          <a:p>
            <a:r>
              <a:rPr lang="en-IN" sz="1200" dirty="0"/>
              <a:t>Reads traffic_corridor.csv (11 columns: timestamp, corridor, signal, counts, speed, weather, incidents)</a:t>
            </a:r>
          </a:p>
          <a:p>
            <a:r>
              <a:rPr lang="en-IN" sz="1200" dirty="0"/>
              <a:t>Filters and aggregates data by corridor and signal</a:t>
            </a:r>
          </a:p>
          <a:p>
            <a:r>
              <a:rPr lang="en-IN" sz="1200" dirty="0"/>
              <a:t>Returns JSON summary to agents</a:t>
            </a:r>
            <a:endParaRPr lang="en-US" sz="1200" dirty="0"/>
          </a:p>
          <a:p>
            <a:endParaRPr lang="en-IN" sz="1200" dirty="0"/>
          </a:p>
          <a:p>
            <a:r>
              <a:rPr lang="en-IN" sz="1200" dirty="0"/>
              <a:t>7) Prompt Template </a:t>
            </a:r>
          </a:p>
          <a:p>
            <a:r>
              <a:rPr lang="en-IN" sz="1200" dirty="0"/>
              <a:t>Standardizes user queries with {input} variable</a:t>
            </a:r>
          </a:p>
          <a:p>
            <a:r>
              <a:rPr lang="en-IN" sz="1200" dirty="0"/>
              <a:t>Adds analysis context and instructions</a:t>
            </a:r>
            <a:br>
              <a:rPr lang="en-IN" sz="1200" dirty="0"/>
            </a:br>
            <a:r>
              <a:rPr lang="en-US" sz="1200" dirty="0"/>
              <a:t>8) Chat Output</a:t>
            </a:r>
          </a:p>
          <a:p>
            <a:r>
              <a:rPr lang="en-US" sz="1200" dirty="0"/>
              <a:t>Displays final comprehensive analysis</a:t>
            </a:r>
          </a:p>
          <a:p>
            <a:r>
              <a:rPr lang="en-US" sz="1200" dirty="0"/>
              <a:t>Shows metrics, causes, explanations, and recommendations</a:t>
            </a:r>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r>
              <a:rPr lang="en-US" sz="1200" dirty="0"/>
              <a:t> </a:t>
            </a:r>
            <a:endParaRPr lang="en-IN" sz="1200" dirty="0"/>
          </a:p>
        </p:txBody>
      </p:sp>
      <p:pic>
        <p:nvPicPr>
          <p:cNvPr id="4" name="Picture 3">
            <a:extLst>
              <a:ext uri="{FF2B5EF4-FFF2-40B4-BE49-F238E27FC236}">
                <a16:creationId xmlns:a16="http://schemas.microsoft.com/office/drawing/2014/main" id="{F55A7959-9FC6-1DAE-7A47-36165450EF19}"/>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3285263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8079FEC-4447-C4FA-64A4-CB532564DAF6}"/>
              </a:ext>
            </a:extLst>
          </p:cNvPr>
          <p:cNvSpPr txBox="1"/>
          <p:nvPr/>
        </p:nvSpPr>
        <p:spPr>
          <a:xfrm>
            <a:off x="838779" y="200739"/>
            <a:ext cx="468406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Input Screenshot 1 </a:t>
            </a:r>
            <a:endParaRPr lang="en-US" dirty="0"/>
          </a:p>
        </p:txBody>
      </p:sp>
      <p:pic>
        <p:nvPicPr>
          <p:cNvPr id="5" name="Picture 4">
            <a:extLst>
              <a:ext uri="{FF2B5EF4-FFF2-40B4-BE49-F238E27FC236}">
                <a16:creationId xmlns:a16="http://schemas.microsoft.com/office/drawing/2014/main" id="{073ADE60-811A-97E9-24FE-F2F7F61FA469}"/>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6" name="Picture 5">
            <a:extLst>
              <a:ext uri="{FF2B5EF4-FFF2-40B4-BE49-F238E27FC236}">
                <a16:creationId xmlns:a16="http://schemas.microsoft.com/office/drawing/2014/main" id="{5A4B1FFC-F151-0760-B678-A6A25F9D0A2D}"/>
              </a:ext>
            </a:extLst>
          </p:cNvPr>
          <p:cNvPicPr>
            <a:picLocks noChangeAspect="1"/>
          </p:cNvPicPr>
          <p:nvPr/>
        </p:nvPicPr>
        <p:blipFill>
          <a:blip r:embed="rId4"/>
          <a:stretch>
            <a:fillRect/>
          </a:stretch>
        </p:blipFill>
        <p:spPr>
          <a:xfrm>
            <a:off x="1348918" y="851382"/>
            <a:ext cx="8815360" cy="5044151"/>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9E2832E4-AC39-7A49-D4B6-C1A4B148ECF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D23FCBA-FC00-378F-C117-12DC1F4FD6E0}"/>
              </a:ext>
            </a:extLst>
          </p:cNvPr>
          <p:cNvSpPr txBox="1"/>
          <p:nvPr/>
        </p:nvSpPr>
        <p:spPr>
          <a:xfrm>
            <a:off x="1065320" y="138955"/>
            <a:ext cx="5466663"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Input Screenshot 2</a:t>
            </a:r>
          </a:p>
        </p:txBody>
      </p:sp>
      <p:pic>
        <p:nvPicPr>
          <p:cNvPr id="5" name="Picture 4">
            <a:extLst>
              <a:ext uri="{FF2B5EF4-FFF2-40B4-BE49-F238E27FC236}">
                <a16:creationId xmlns:a16="http://schemas.microsoft.com/office/drawing/2014/main" id="{C9B59E40-7B3E-CFB4-3FD9-6C10E068F0AF}"/>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4" name="Picture 3">
            <a:extLst>
              <a:ext uri="{FF2B5EF4-FFF2-40B4-BE49-F238E27FC236}">
                <a16:creationId xmlns:a16="http://schemas.microsoft.com/office/drawing/2014/main" id="{178162D3-8AF3-08C1-256B-25918511B127}"/>
              </a:ext>
            </a:extLst>
          </p:cNvPr>
          <p:cNvPicPr>
            <a:picLocks noChangeAspect="1"/>
          </p:cNvPicPr>
          <p:nvPr/>
        </p:nvPicPr>
        <p:blipFill>
          <a:blip r:embed="rId4"/>
          <a:stretch>
            <a:fillRect/>
          </a:stretch>
        </p:blipFill>
        <p:spPr>
          <a:xfrm>
            <a:off x="1348918" y="832132"/>
            <a:ext cx="8815360" cy="5044151"/>
          </a:xfrm>
          <a:prstGeom prst="rect">
            <a:avLst/>
          </a:prstGeom>
        </p:spPr>
      </p:pic>
    </p:spTree>
    <p:extLst>
      <p:ext uri="{BB962C8B-B14F-4D97-AF65-F5344CB8AC3E}">
        <p14:creationId xmlns:p14="http://schemas.microsoft.com/office/powerpoint/2010/main" val="7950437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41ACF88B-2F75-CE59-3114-C1537EDD659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FE5FD7-2292-570F-1397-1E9287F8CB9D}"/>
              </a:ext>
            </a:extLst>
          </p:cNvPr>
          <p:cNvSpPr txBox="1"/>
          <p:nvPr/>
        </p:nvSpPr>
        <p:spPr>
          <a:xfrm>
            <a:off x="1065320" y="138955"/>
            <a:ext cx="526071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Output Screenshot 1</a:t>
            </a:r>
            <a:endParaRPr lang="en-US" dirty="0"/>
          </a:p>
        </p:txBody>
      </p:sp>
      <p:pic>
        <p:nvPicPr>
          <p:cNvPr id="5" name="Picture 4">
            <a:extLst>
              <a:ext uri="{FF2B5EF4-FFF2-40B4-BE49-F238E27FC236}">
                <a16:creationId xmlns:a16="http://schemas.microsoft.com/office/drawing/2014/main" id="{A9872FD1-7A0B-E5B9-638C-B95C4CCFE94C}"/>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7" name="Picture 6">
            <a:extLst>
              <a:ext uri="{FF2B5EF4-FFF2-40B4-BE49-F238E27FC236}">
                <a16:creationId xmlns:a16="http://schemas.microsoft.com/office/drawing/2014/main" id="{A5411CBE-6325-DD96-5021-2BB35594E326}"/>
              </a:ext>
            </a:extLst>
          </p:cNvPr>
          <p:cNvPicPr>
            <a:picLocks noChangeAspect="1"/>
          </p:cNvPicPr>
          <p:nvPr/>
        </p:nvPicPr>
        <p:blipFill>
          <a:blip r:embed="rId4"/>
          <a:stretch>
            <a:fillRect/>
          </a:stretch>
        </p:blipFill>
        <p:spPr>
          <a:xfrm>
            <a:off x="719818" y="811411"/>
            <a:ext cx="10752364" cy="4668220"/>
          </a:xfrm>
          <a:prstGeom prst="rect">
            <a:avLst/>
          </a:prstGeom>
        </p:spPr>
      </p:pic>
    </p:spTree>
    <p:extLst>
      <p:ext uri="{BB962C8B-B14F-4D97-AF65-F5344CB8AC3E}">
        <p14:creationId xmlns:p14="http://schemas.microsoft.com/office/powerpoint/2010/main" val="11356843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5838F091-0014-6AB2-D2EE-81C735D1BEE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F9D04B6-7646-B3BF-9A84-684A467FADAB}"/>
              </a:ext>
            </a:extLst>
          </p:cNvPr>
          <p:cNvSpPr txBox="1"/>
          <p:nvPr/>
        </p:nvSpPr>
        <p:spPr>
          <a:xfrm>
            <a:off x="1219779" y="200739"/>
            <a:ext cx="462228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Output Screenshot 2</a:t>
            </a:r>
            <a:endParaRPr lang="en-US" dirty="0"/>
          </a:p>
        </p:txBody>
      </p:sp>
      <p:pic>
        <p:nvPicPr>
          <p:cNvPr id="5" name="Picture 4">
            <a:extLst>
              <a:ext uri="{FF2B5EF4-FFF2-40B4-BE49-F238E27FC236}">
                <a16:creationId xmlns:a16="http://schemas.microsoft.com/office/drawing/2014/main" id="{BF314CEB-36A0-2FF5-7F53-C10C910CAB03}"/>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7" name="Picture 6">
            <a:extLst>
              <a:ext uri="{FF2B5EF4-FFF2-40B4-BE49-F238E27FC236}">
                <a16:creationId xmlns:a16="http://schemas.microsoft.com/office/drawing/2014/main" id="{98BD4F64-07FA-A48A-BBF3-E8105F57BC1C}"/>
              </a:ext>
            </a:extLst>
          </p:cNvPr>
          <p:cNvPicPr>
            <a:picLocks noChangeAspect="1"/>
          </p:cNvPicPr>
          <p:nvPr/>
        </p:nvPicPr>
        <p:blipFill>
          <a:blip r:embed="rId4"/>
          <a:stretch>
            <a:fillRect/>
          </a:stretch>
        </p:blipFill>
        <p:spPr>
          <a:xfrm>
            <a:off x="1069520" y="1247111"/>
            <a:ext cx="9756322" cy="4363777"/>
          </a:xfrm>
          <a:prstGeom prst="rect">
            <a:avLst/>
          </a:prstGeom>
        </p:spPr>
      </p:pic>
    </p:spTree>
    <p:extLst>
      <p:ext uri="{BB962C8B-B14F-4D97-AF65-F5344CB8AC3E}">
        <p14:creationId xmlns:p14="http://schemas.microsoft.com/office/powerpoint/2010/main" val="11388411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092942" y="547818"/>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Future Scope </a:t>
            </a:r>
            <a:endParaRPr sz="3500" b="1" i="0" u="none" strike="noStrike" cap="none" dirty="0">
              <a:solidFill>
                <a:srgbClr val="000000"/>
              </a:solidFill>
              <a:latin typeface="Times New Roman"/>
              <a:ea typeface="Times New Roman"/>
              <a:cs typeface="Times New Roman"/>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092942" y="1603272"/>
            <a:ext cx="9214580" cy="4360808"/>
          </a:xfrm>
          <a:prstGeom prst="rect">
            <a:avLst/>
          </a:prstGeom>
          <a:noFill/>
          <a:ln>
            <a:noFill/>
          </a:ln>
        </p:spPr>
        <p:txBody>
          <a:bodyPr spcFirstLastPara="1" wrap="square" lIns="0" tIns="0" rIns="0" bIns="0" numCol="1" spcCol="0" anchor="t" anchorCtr="0">
            <a:noAutofit/>
          </a:bodyPr>
          <a:lstStyle/>
          <a:p>
            <a:r>
              <a:rPr lang="en-US" dirty="0"/>
              <a:t>Real-time Integration - Connect to live traffic sensor APIs for real-time analysis</a:t>
            </a:r>
          </a:p>
          <a:p>
            <a:endParaRPr lang="en-US" dirty="0"/>
          </a:p>
          <a:p>
            <a:r>
              <a:rPr lang="en-US" dirty="0"/>
              <a:t>Predictive Modeling - Forecast congestion 30-60 minutes in advance</a:t>
            </a:r>
          </a:p>
          <a:p>
            <a:endParaRPr lang="en-US" dirty="0"/>
          </a:p>
          <a:p>
            <a:r>
              <a:rPr lang="en-US" dirty="0"/>
              <a:t>Multi-city Deployment - Extend to other cities (Mumbai, Delhi, Hyderabad)</a:t>
            </a:r>
          </a:p>
          <a:p>
            <a:endParaRPr lang="en-US" dirty="0"/>
          </a:p>
          <a:p>
            <a:r>
              <a:rPr lang="en-US" dirty="0"/>
              <a:t>Mobile Application - Develop commuter-facing app for real-time alerts</a:t>
            </a:r>
          </a:p>
          <a:p>
            <a:endParaRPr lang="en-US" dirty="0"/>
          </a:p>
          <a:p>
            <a:r>
              <a:rPr lang="en-US" dirty="0"/>
              <a:t>Automated Signal Control - Integrate with smart traffic light systems</a:t>
            </a:r>
          </a:p>
          <a:p>
            <a:endParaRPr lang="en-US" dirty="0"/>
          </a:p>
          <a:p>
            <a:r>
              <a:rPr lang="en-US" dirty="0"/>
              <a:t>Weather API Integration - Real-time weather data correlation</a:t>
            </a:r>
          </a:p>
          <a:p>
            <a:endParaRPr lang="en-US" dirty="0"/>
          </a:p>
          <a:p>
            <a:r>
              <a:rPr lang="en-US" dirty="0"/>
              <a:t>Advanced Visualization - Interactive dashboards with heat maps</a:t>
            </a:r>
          </a:p>
          <a:p>
            <a:endParaRPr lang="en-US" dirty="0"/>
          </a:p>
          <a:p>
            <a:r>
              <a:rPr lang="en-US" dirty="0"/>
              <a:t>Machine Learning Enhancement - Train custom models on Bengaluru traffic patterns</a:t>
            </a:r>
          </a:p>
          <a:p>
            <a:endParaRPr lang="en-US" dirty="0"/>
          </a:p>
          <a:p>
            <a:r>
              <a:rPr lang="en-US" dirty="0"/>
              <a:t>Incident Detection - Automatic accident/breakdown detection from data anomalies</a:t>
            </a:r>
          </a:p>
          <a:p>
            <a:endParaRPr lang="en-US" dirty="0"/>
          </a:p>
          <a:p>
            <a:r>
              <a:rPr lang="en-US" dirty="0"/>
              <a:t>Environmental Impact Analysis - Track CO2 emissions and air quality correlation</a:t>
            </a: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B96DCFED-2C83-7A17-CDB2-A4F4D4BBD1D5}"/>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1367067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Git Hub Link</a:t>
            </a:r>
            <a:endParaRPr sz="3500" b="1" i="0" u="none" strike="noStrike" cap="none" dirty="0">
              <a:solidFill>
                <a:srgbClr val="000000"/>
              </a:solidFill>
              <a:latin typeface="Times New Roman"/>
              <a:ea typeface="Times New Roman"/>
              <a:cs typeface="Times New Roman"/>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82732" y="1393947"/>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hlinkClick r:id="rId3" action="ppaction://hlinksldjump"/>
              </a:rPr>
              <a:t>https://github.com/avanimanoria/Traffic_congestion.git</a:t>
            </a:r>
            <a:endParaRPr lang="en-US" sz="1850"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B8925A06-F7F9-F25E-EBB3-1891B33446BF}"/>
              </a:ext>
            </a:extLst>
          </p:cNvPr>
          <p:cNvPicPr>
            <a:picLocks noChangeAspect="1"/>
          </p:cNvPicPr>
          <p:nvPr/>
        </p:nvPicPr>
        <p:blipFill>
          <a:blip r:embed="rId4"/>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1154848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FECD098C-4ECF-993B-66E2-9989F83F62D9}"/>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BDA5ADF-C9A0-CA5D-844A-6AC3872A0D8C}"/>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a:lnSpc>
                <a:spcPct val="157142"/>
              </a:lnSpc>
            </a:pPr>
            <a:r>
              <a:rPr lang="en-US" sz="3500" b="1" dirty="0">
                <a:solidFill>
                  <a:srgbClr val="051D3A"/>
                </a:solidFill>
                <a:latin typeface="Times New Roman"/>
                <a:cs typeface="Times New Roman"/>
                <a:sym typeface="Times New Roman"/>
              </a:rPr>
              <a:t>References </a:t>
            </a:r>
            <a:endParaRPr lang="en-US" dirty="0"/>
          </a:p>
        </p:txBody>
      </p:sp>
      <p:sp>
        <p:nvSpPr>
          <p:cNvPr id="279" name="Google Shape;279;p18">
            <a:extLst>
              <a:ext uri="{FF2B5EF4-FFF2-40B4-BE49-F238E27FC236}">
                <a16:creationId xmlns:a16="http://schemas.microsoft.com/office/drawing/2014/main" id="{AF5AFD00-74FD-B439-5973-23933ABD88EC}"/>
              </a:ext>
            </a:extLst>
          </p:cNvPr>
          <p:cNvSpPr/>
          <p:nvPr/>
        </p:nvSpPr>
        <p:spPr>
          <a:xfrm>
            <a:off x="1282732" y="1393947"/>
            <a:ext cx="9214580" cy="4277001"/>
          </a:xfrm>
          <a:prstGeom prst="rect">
            <a:avLst/>
          </a:prstGeom>
          <a:noFill/>
          <a:ln>
            <a:noFill/>
          </a:ln>
        </p:spPr>
        <p:txBody>
          <a:bodyPr spcFirstLastPara="1" wrap="square" lIns="0" tIns="0" rIns="0" bIns="0" anchor="t" anchorCtr="0">
            <a:noAutofit/>
          </a:bodyPr>
          <a:lstStyle/>
          <a:p>
            <a:pPr>
              <a:lnSpc>
                <a:spcPct val="162162"/>
              </a:lnSpc>
              <a:buClr>
                <a:srgbClr val="2B3541"/>
              </a:buClr>
              <a:buSzPts val="1850"/>
            </a:pPr>
            <a:r>
              <a:rPr lang="en-IN" dirty="0"/>
              <a:t> </a:t>
            </a:r>
            <a:r>
              <a:rPr lang="en-IN" dirty="0">
                <a:hlinkClick r:id="rId3"/>
              </a:rPr>
              <a:t>https://docs.langflow.org</a:t>
            </a:r>
            <a:endParaRPr lang="en-IN" dirty="0"/>
          </a:p>
          <a:p>
            <a:pPr>
              <a:lnSpc>
                <a:spcPct val="162162"/>
              </a:lnSpc>
              <a:buClr>
                <a:srgbClr val="2B3541"/>
              </a:buClr>
              <a:buSzPts val="1850"/>
            </a:pPr>
            <a:r>
              <a:rPr lang="en-IN" dirty="0"/>
              <a:t> </a:t>
            </a:r>
            <a:r>
              <a:rPr lang="en-IN" dirty="0">
                <a:hlinkClick r:id="rId4"/>
              </a:rPr>
              <a:t>https://docs.datastax.com/en/langflow/index.html</a:t>
            </a:r>
            <a:endParaRPr lang="en-IN" dirty="0"/>
          </a:p>
          <a:p>
            <a:pPr>
              <a:lnSpc>
                <a:spcPct val="162162"/>
              </a:lnSpc>
              <a:buClr>
                <a:srgbClr val="2B3541"/>
              </a:buClr>
              <a:buSzPts val="1850"/>
            </a:pPr>
            <a:r>
              <a:rPr lang="en-IN" dirty="0"/>
              <a:t> </a:t>
            </a:r>
            <a:r>
              <a:rPr lang="en-IN" dirty="0">
                <a:hlinkClick r:id="rId5"/>
              </a:rPr>
              <a:t>https://developers.google.com/maps/documentation/routes/traffic-opt</a:t>
            </a:r>
            <a:br>
              <a:rPr lang="en-IN" sz="2000" dirty="0"/>
            </a:br>
            <a:r>
              <a:rPr lang="en-IN" dirty="0">
                <a:hlinkClick r:id="rId6"/>
              </a:rPr>
              <a:t>https://openweathermap.org/api</a:t>
            </a:r>
            <a:endParaRPr lang="en-IN" dirty="0"/>
          </a:p>
          <a:p>
            <a:pPr>
              <a:lnSpc>
                <a:spcPct val="162162"/>
              </a:lnSpc>
              <a:buClr>
                <a:srgbClr val="2B3541"/>
              </a:buClr>
              <a:buSzPts val="1850"/>
            </a:pPr>
            <a:r>
              <a:rPr lang="en-IN" dirty="0">
                <a:hlinkClick r:id="rId7"/>
              </a:rPr>
              <a:t>https://www.scitepress.org/Papers/2024/124519/124519.pdf</a:t>
            </a:r>
            <a:endParaRPr lang="en-IN" dirty="0"/>
          </a:p>
          <a:p>
            <a:pPr>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 </a:t>
            </a:r>
            <a:endParaRPr lang="en-US" sz="1850" dirty="0">
              <a:solidFill>
                <a:srgbClr val="2B3541"/>
              </a:solidFill>
              <a:latin typeface="Times New Roman"/>
              <a:ea typeface="Times New Roman"/>
              <a:cs typeface="Times New Roman"/>
            </a:endParaRPr>
          </a:p>
          <a:p>
            <a:pPr lvl="0">
              <a:lnSpc>
                <a:spcPct val="162162"/>
              </a:lnSpc>
              <a:buClr>
                <a:srgbClr val="2B3541"/>
              </a:buClr>
              <a:buSzPts val="1850"/>
            </a:pP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D86E9480-AE0D-8F00-984F-1C0F8F53C1EC}"/>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8F2A10B-67AA-AAE6-232F-CFA602CB53A9}"/>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C95F8CEF-91B5-DD0D-C876-1BFF8ED80FBF}"/>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8760EC5B-78FF-4D99-1A49-A2DD6DB4A362}"/>
              </a:ext>
            </a:extLst>
          </p:cNvPr>
          <p:cNvPicPr>
            <a:picLocks noChangeAspect="1"/>
          </p:cNvPicPr>
          <p:nvPr/>
        </p:nvPicPr>
        <p:blipFill>
          <a:blip r:embed="rId8"/>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001563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pic>
        <p:nvPicPr>
          <p:cNvPr id="3" name="Picture 2">
            <a:extLst>
              <a:ext uri="{FF2B5EF4-FFF2-40B4-BE49-F238E27FC236}">
                <a16:creationId xmlns:a16="http://schemas.microsoft.com/office/drawing/2014/main" id="{BA9DDD0D-7A91-1E4E-00BA-F7FF05ABF76F}"/>
              </a:ext>
            </a:extLst>
          </p:cNvPr>
          <p:cNvPicPr>
            <a:picLocks noChangeAspect="1"/>
          </p:cNvPicPr>
          <p:nvPr/>
        </p:nvPicPr>
        <p:blipFill>
          <a:blip r:embed="rId4"/>
          <a:stretch>
            <a:fillRect/>
          </a:stretch>
        </p:blipFill>
        <p:spPr>
          <a:xfrm>
            <a:off x="335797" y="6315517"/>
            <a:ext cx="11520407" cy="31005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2485</TotalTime>
  <Words>965</Words>
  <Application>Microsoft Office PowerPoint</Application>
  <PresentationFormat>Widescreen</PresentationFormat>
  <Paragraphs>189</Paragraphs>
  <Slides>18</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Times New Roman</vt:lpstr>
      <vt:lpstr>Office Theme</vt:lpstr>
      <vt:lpstr>Agentic AI Hackathon: A System for Explainable Traffic Congestion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avani manoria</cp:lastModifiedBy>
  <cp:revision>117</cp:revision>
  <dcterms:created xsi:type="dcterms:W3CDTF">2025-07-08T05:06:56Z</dcterms:created>
  <dcterms:modified xsi:type="dcterms:W3CDTF">2026-01-30T05:17:51Z</dcterms:modified>
</cp:coreProperties>
</file>